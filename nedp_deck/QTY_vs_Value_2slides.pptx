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Txn</c:v>
                </c:pt>
              </c:strCache>
            </c:strRef>
          </c:tx>
          <c:dPt>
            <c:idx val="0"/>
            <c:spPr>
              <a:solidFill>
                <a:srgbClr val="D9D9D9"/>
              </a:solidFill>
            </c:spPr>
          </c:dPt>
          <c:dPt>
            <c:idx val="1"/>
            <c:spPr>
              <a:solidFill>
                <a:srgbClr val="A6A6A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dPt>
            <c:idx val="3"/>
            <c:spPr>
              <a:solidFill>
                <a:srgbClr val="0000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248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32%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223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29%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218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29%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75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10%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Light</c:v>
                </c:pt>
                <c:pt idx="1">
                  <c:v>Small</c:v>
                </c:pt>
                <c:pt idx="2">
                  <c:v>Medium</c:v>
                </c:pt>
                <c:pt idx="3">
                  <c:v>Heavy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248</c:v>
                </c:pt>
                <c:pt idx="1">
                  <c:v>223</c:v>
                </c:pt>
                <c:pt idx="2">
                  <c:v>218</c:v>
                </c:pt>
                <c:pt idx="3">
                  <c:v>75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dPt>
            <c:idx val="0"/>
            <c:spPr>
              <a:solidFill>
                <a:srgbClr val="D9D9D9"/>
              </a:solidFill>
            </c:spPr>
          </c:dPt>
          <c:dPt>
            <c:idx val="1"/>
            <c:spPr>
              <a:solidFill>
                <a:srgbClr val="A6A6A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dPt>
            <c:idx val="3"/>
            <c:spPr>
              <a:solidFill>
                <a:srgbClr val="0000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$3,02 M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14%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$5,04 M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24%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$7,30 M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35%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 b="1">
                        <a:latin typeface="Neue Haas Grotesk Text Pro"/>
                      </a:rPr>
                      <a:t>$5,71 M</a:t>
                    </a:r>
                  </a:p>
                  <a:p>
                    <a:r>
                      <a:rPr sz="1200">
                        <a:solidFill>
                          <a:srgbClr val="6B6B6B"/>
                        </a:solidFill>
                        <a:latin typeface="Neue Haas Grotesk Text Pro"/>
                      </a:rPr>
                      <a:t>27% share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Light</c:v>
                </c:pt>
                <c:pt idx="1">
                  <c:v>Small</c:v>
                </c:pt>
                <c:pt idx="2">
                  <c:v>Medium</c:v>
                </c:pt>
                <c:pt idx="3">
                  <c:v>Heavy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3019088</c:v>
                </c:pt>
                <c:pt idx="1">
                  <c:v>5037297</c:v>
                </c:pt>
                <c:pt idx="2">
                  <c:v>7304431</c:v>
                </c:pt>
                <c:pt idx="3">
                  <c:v>5712582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Heavy is only 75 of 764 units sold (10%)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Neue Haas Grotesk Text Pro"/>
              </a:rPr>
              <a:t>Crane import transactions by class, 2023 – 2026* (100% = 764 units)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333500"/>
          <a:ext cx="5334000" cy="4476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05500" y="1428750"/>
          <a:ext cx="59436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62000"/>
                <a:gridCol w="762000"/>
                <a:gridCol w="762000"/>
                <a:gridCol w="762000"/>
                <a:gridCol w="1104900"/>
                <a:gridCol w="876300"/>
              </a:tblGrid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2024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2026*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Share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55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293 units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Medium + Heavy = 38% of 764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75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Heavy = 10% of units; peak 39 units in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Neue Haas Grotesk Text Pro"/>
              </a:rPr>
              <a:t>*2026 = partial year (to Aug). Source: Indonesia import records, knuckle boom cranes; Txn = import transactions; value in USD.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But Medium and Heavy bring most of the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Neue Haas Grotesk Text Pro"/>
              </a:rPr>
              <a:t>Crane import value by class, 2023 – 2026* (100% = $21,07 M)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333500"/>
          <a:ext cx="5334000" cy="4476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05500" y="1428750"/>
          <a:ext cx="59436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62000"/>
                <a:gridCol w="762000"/>
                <a:gridCol w="762000"/>
                <a:gridCol w="762000"/>
                <a:gridCol w="1104900"/>
                <a:gridCol w="876300"/>
              </a:tblGrid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2024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2026*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Share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$1,32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$0,84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$0,55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$0,31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$3,02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$1,54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$1,13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$1,78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$0,60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$5,04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$2,45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$2,70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$1,76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$0,39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$7,30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$1,10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$1,44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$2,95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$0,23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$5,71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$6,40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$6,11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$7,04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$1,52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$21,07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55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62% of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Medium + Heavy = $13,02 M from 38% of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6,3x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Heavy value per unit vs 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Neue Haas Grotesk Text Pro"/>
              </a:rPr>
              <a:t>*2026 = partial year (to Aug). Source: Indonesia import records, knuckle boom cranes; Txn = import transactions; value in USD.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