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value, and each class has one clear leader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Sany Palfinger leads Medium with half of the units; Palfinger leads Heavy with 56%.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Brand share of units, Medium vs Heavy,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% of class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Medium = 60 units (Rp 28,2 Bio)  ·  Heavy = 39 units (Rp 47,2 Bio)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4381500" y="2781300"/>
          <a:ext cx="504825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Rectangle 33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20250" y="29146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Sany 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leads with 30 of 60 units (50%).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is #2 with 14 units; Palfinger sells 5.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one-leader market; growth means taking units from Sany Palfinger.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0250" y="43243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holds 22 of 39 units (56%).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Amco Veba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(7) and </a:t>
            </a:r>
            <a:r>
              <a:rPr sz="95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(4) follow.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small in units but 42% of market value; about Rp 1,2 Bio per unit.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Indonesia import records 2025, knuckle boom (folding) cranes; value converted from USD at assumed Rp 16.000/USD (Bio = billion).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numbers live in chart data (Edit Data); Others = class total minus named brands (formula); brand units from earlier data cut. Light (&lt; 8 tm) and Small (8–25 tm) excluded from focus.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