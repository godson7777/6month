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4.9</c:v>
                </c:pt>
                <c:pt idx="2">
                  <c:v>7.2</c:v>
                </c:pt>
                <c:pt idx="3">
                  <c:v>13.2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Rp M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</c:v>
                </c:pt>
                <c:pt idx="1">
                  <c:v>11.1</c:v>
                </c:pt>
                <c:pt idx="2">
                  <c:v>29.7</c:v>
                </c:pt>
              </c:numCache>
            </c:numRef>
          </c:val>
        </c:ser>
        <c:dLbls>
          <c:numFmt formatCode="&quot;Rp &quot;0.0&quot; M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19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19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339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66750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66750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667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ACTION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ACTION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Four actions to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win the first sale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: features, price, stock and package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533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47750"/>
                <a:gridCol w="2476500"/>
                <a:gridCol w="2190750"/>
                <a:gridCol w="5410200"/>
              </a:tblGrid>
              <a:tr h="32385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4P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 do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Detail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323850">
                <a:tc rowSpan="6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Product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6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Red Power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Articulated linkage that adds working range and versatility. Amco Veba and Palfinger have their own version; Sany Palfinger has none.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SDV (Smooth Descent Valve)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Cuts boom flex and dynamic load when lowering. Amco Veba and Sany Palfinger have no equal.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Magic Touch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Opens and stows the crane automatically from the cab. Sany Palfinger has no equal.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PB (Power Boost)*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Extra lifting capacity on demand. Equal to Palfinger HPLS and Amco Veba AVPS.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RS*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Faster boom extension. Equal to Palfinger High Speed Extension; Amco Veba has none.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ECM*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Electronic control and overload protection. Equal to Palfinger PALTRONIC and Amco Veba EBB.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2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Price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2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F.lli Ferrari and 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746 A4 · 9601CR A8 · 990R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Ask for a lower price: 40–45 tm (+48%), 50–55 tm (+85%), 70–75 tm (+79%) vs the Top 1.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XCMG SQZ325.4 · SQZ365.4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Ask for a Triatra special price: 30–35 tm (+4%), 35–40 tm (−9%).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3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Place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3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268 A4 · FBR450R A4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Stock at the Ferrari China factory for a 14-week lead time (25–30 tm −23%, 45–50 tm −32%).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Ferrari main components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Stock main components and spare parts in Malaysia.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Agree supply terms with its official distributor,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rowSpan="2">
                  <a:txBody>
                    <a:bodyPr wrap="square"/>
                    <a:lstStyle/>
                    <a:p>
                      <a:pPr algn="l">
                        <a:defRPr sz="1100"/>
                      </a:pPr>
                      <a:r>
                        <a:rPr sz="1100" b="1">
                          <a:solidFill>
                            <a:srgbClr val="076932"/>
                          </a:solidFill>
                          <a:latin typeface="Arial"/>
                        </a:rPr>
                        <a:t>Promotion</a:t>
                      </a:r>
                      <a:endParaRPr sz="11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 rowSpan="2"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Package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as one offer; add a 2-year warranty on Ferrari.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238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Exhibition and visits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Show 268 A4 and FBR450R A4 at mining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33400" y="6305550"/>
            <a:ext cx="111252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* Meaning of PB, RS and ECM to be confirmed with the F.lli Ferrari datasheet. Price gaps vs the Top 1 model in each tm tier (2023 – Aug 2026 import prices).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77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334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334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Medium 2025: 54 units · Rp 28,0 M. Sany Palfinger = Sany–Palfinger JV, made in 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1504950"/>
            <a:ext cx="5448300" cy="247650"/>
          </a:xfrm>
          <a:prstGeom prst="roundRect">
            <a:avLst>
              <a:gd name="adj" fmla="val 23076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24600" y="1504950"/>
            <a:ext cx="52197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 spc="10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300" y="18669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IMPORT VALUE BY BRAND · 2025 · RP M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2019300"/>
          <a:ext cx="5448300" cy="219075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10300" y="4343400"/>
          <a:ext cx="5448299" cy="106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4395"/>
                <a:gridCol w="1801967"/>
                <a:gridCol w="635988"/>
                <a:gridCol w="2119961"/>
                <a:gridCol w="635988"/>
              </a:tblGrid>
              <a:tr h="26670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210300" y="5486400"/>
            <a:ext cx="54483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Total Heavy 2025: 35 units · Rp 48,0 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886450"/>
            <a:ext cx="11125200" cy="590550"/>
          </a:xfrm>
          <a:prstGeom prst="roundRect">
            <a:avLst>
              <a:gd name="adj" fmla="val 16129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" y="59817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Both leaders are far ahead of the next brand in value: Sany Palfinger 1.8× XCMG in Medium, Palfinger 2.7× Amco Veba in Heavy.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18 /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