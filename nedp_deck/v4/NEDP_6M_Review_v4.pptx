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two challenger brands to take share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 and Palfinger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4C ·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4P · MARKETING MIX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STP · WHO WE FIGHT, WITH WHAT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7145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18192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0002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HYVA stopped making cranes. Medium and Heavy hold 64% of value on 41% of units.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9146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30194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COMPETITOR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2004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2025 leaders: Sany Palfinger 47% of Medium, Palfinger 62% of Heavy.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41148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2195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CUSTOMER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005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Medium buyers pick on price (China brands 73%). Heavy buyers pick on quality (Europe 85%).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3149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54197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56007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 F.lli Ferrari and XCMG to serve both buyer types.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1600" y="17145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4950" y="18192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4950" y="20002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One challenger model per tier; show features the leader lacks.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1600" y="29146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24950" y="30194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4950" y="32004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XCMG: get a special price. Ferrari: cut price where the gap is over 30%.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1600" y="41148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24950" y="42195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950" y="44005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Ferrari stocks units in China (~14 weeks) and parts in Malaysia.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1600" y="53149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24950" y="54197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PROMOTION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4950" y="56007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Crane + flatdeck + installation bundle (+2-year warranty on Ferrari). Exhibitions with Marcom sales kit.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0099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>
            <a:off x="87630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3238500" y="1714500"/>
            <a:ext cx="5486400" cy="876300"/>
          </a:xfrm>
          <a:prstGeom prst="roundRect">
            <a:avLst>
              <a:gd name="adj" fmla="val 1086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371850" y="18288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450" y="18573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Two classes, 10 tm tiers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1850" y="20574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0450" y="20859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Top 1 model in each tier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1850" y="22860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450" y="23145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XCMG: same capacity, lower price · Ferrari: European features, faster delivery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238500" y="2705100"/>
          <a:ext cx="5486400" cy="23336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7516"/>
                <a:gridCol w="555304"/>
                <a:gridCol w="1888032"/>
                <a:gridCol w="1888032"/>
                <a:gridCol w="57751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TOP 1 (TARGET)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CHALLENGER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V825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268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SPK32080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SQZ325.4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SPK36080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SQZ365.4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SPK42502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746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V950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FBR450R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53002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9601CR A8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SPK61502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9661C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76002 EH 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990R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88002 EH 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TBC (price list)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