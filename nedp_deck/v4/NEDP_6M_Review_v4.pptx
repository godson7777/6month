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 · 2025: 54 UNITS · RP 28,0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 · QTY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05300"/>
          <a:ext cx="5448299" cy="12382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58165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Share = share of import value.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 · 2025: 35 UNITS · RP 48,0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 · QTY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05300"/>
          <a:ext cx="5448299" cy="12382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58165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Share = share of import value.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Medium 2025: 54 units, Rp 28,0 M. Sany Palfinger sold 30 units, 2.1× XCMG (14). Heavy 2025: 35 units, Rp 48,0 M. Palfinger sold 22 units, 3.1× Amco Veba (7).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