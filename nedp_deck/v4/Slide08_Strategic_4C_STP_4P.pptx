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47800"/>
            <a:ext cx="35623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47800"/>
            <a:ext cx="3371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4C · BUSINESS LANDSCAPE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7145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9600" y="17621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9050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HYVA has left; value sits in Medium + Heavy.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Triatra has no crane brand since HYVA stopped.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41% of units, 64% of value (2023 – 2026).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 units: 12 → 17 → 35 (2023 – 2025).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291465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9600" y="29622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COMPETITOR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1051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Two leaders, one per class.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Medium: Sany Palfinger, 38% of value (2023 – 2026).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Heavy: Palfinger, 66% of value; PK 53002 alone 39 units.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1148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9600" y="41624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43053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Medium buys on price, Heavy buys on quality.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Medium: China brands take 73% of value.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Heavy: European brands take 85% of value.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88% go on trucks ≥ 24 t GVW (mining, construction).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314950"/>
            <a:ext cx="3562350" cy="1133475"/>
          </a:xfrm>
          <a:prstGeom prst="rect">
            <a:avLst/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9600" y="53625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COMPANY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5054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Triatra partners two brands to serve both buyers.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 for price-oriented buyers.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F.lli Ferrari for quality-oriented buyers.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0" y="4095750"/>
            <a:ext cx="180975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4314825" y="1447800"/>
            <a:ext cx="35623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10075" y="1447800"/>
            <a:ext cx="3371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STP · WHERE WE PLAY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4825" y="1714500"/>
            <a:ext cx="3562350" cy="15335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391025" y="17621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1025" y="1905000"/>
            <a:ext cx="3409950" cy="132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Two classes, ten 5-tm tiers.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 25 – 45 tm: 196 units, Rp 156 M.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 &gt; 45 tm: 65 units, Rp 115 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4825" y="3314700"/>
            <a:ext cx="3562350" cy="15335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91025" y="33623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1025" y="3505200"/>
            <a:ext cx="3409950" cy="132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Take share from the Top 1 model in each tier.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Medium: Sany Palfinger SPK32080, SPK36080, SPK42502.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Heavy: Palfinger PK 53002, PK 76002, PK 88002.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4825" y="4914900"/>
            <a:ext cx="3562350" cy="15335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391025" y="49625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1025" y="5105400"/>
            <a:ext cx="3409950" cy="132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Two clear promises.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XCMG: same capacity as Sany Palfinger, lower price (SQZ365.4: −9% vs SPK36080).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Ferrari: European features at a lower price where it wins (−23% at 25 – 30 tm, −32% at 45 – 50 tm).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Ferrari: faster delivery than Europe-built leaders, from stock in China (~14 weeks).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96225" y="4095750"/>
            <a:ext cx="180975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8096250" y="17145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72450" y="17621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PRODUCT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2450" y="19050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One challenger model per tier.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XCMG: 30–40 tm. Ferrari: 25–30, 40–45 tm, all Heavy.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 adds what leaders lack: RS, SDV, Red Power, Magic Touch.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6250" y="291465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172450" y="29622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PRICE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2450" y="31051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Sell where cheaper; negotiate the rest.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Cheaper now: 25–30 (−23%), 35–40 (−9%), 45–50 tm (−32%).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 cut: 40–45 (+48%), 50–55 (+85%), 70–75 tm (+79%).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XCMG: special price for Triatra.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6250" y="41148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72450" y="41624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PLACE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2450" y="43053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Win on availability.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 stocks units in China (~14 weeks) and parts in Malaysia.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 through its official distributor, GM Tractors.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96250" y="531495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72450" y="53625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PROMOTION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2450" y="55054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Sell a ready-to-work package.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Crane + flatdeck + installation (+2-yr warranty, Ferrari).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Exhibitions and customer visits with a Marcom sales kit.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96250" y="1447800"/>
            <a:ext cx="35623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91500" y="1447800"/>
            <a:ext cx="3371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4P · HOW WE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