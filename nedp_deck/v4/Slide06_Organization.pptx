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Organization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39065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3827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590675"/>
            <a:ext cx="1981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71650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5048250" y="190500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526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05025"/>
            <a:ext cx="1981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2860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143750" y="2095500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9" name="Rounded Rectangle 18"/>
          <p:cNvSpPr/>
          <p:nvPr/>
        </p:nvSpPr>
        <p:spPr>
          <a:xfrm>
            <a:off x="8382000" y="1866900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39150" y="1914525"/>
            <a:ext cx="31623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150" y="2066925"/>
            <a:ext cx="3162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00225" y="2438400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8002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4" name="Rounded Rectangle 23"/>
          <p:cNvSpPr/>
          <p:nvPr/>
        </p:nvSpPr>
        <p:spPr>
          <a:xfrm>
            <a:off x="53340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055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8650" y="3009900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62865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70485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200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3" name="Rounded Rectangle 32"/>
          <p:cNvSpPr/>
          <p:nvPr/>
        </p:nvSpPr>
        <p:spPr>
          <a:xfrm>
            <a:off x="70485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6200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6640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7" name="Rounded Rectangle 36"/>
          <p:cNvSpPr/>
          <p:nvPr/>
        </p:nvSpPr>
        <p:spPr>
          <a:xfrm>
            <a:off x="3340100" y="2533650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339725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45440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440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92500" y="3009900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49250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356870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62585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585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9250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7" name="Rounded Rectangle 46"/>
          <p:cNvSpPr/>
          <p:nvPr/>
        </p:nvSpPr>
        <p:spPr>
          <a:xfrm>
            <a:off x="356870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2585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2585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9250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1" name="Rounded Rectangle 50"/>
          <p:cNvSpPr/>
          <p:nvPr/>
        </p:nvSpPr>
        <p:spPr>
          <a:xfrm>
            <a:off x="356870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625850" y="42195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25850" y="43719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49250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54"/>
          <p:cNvSpPr/>
          <p:nvPr/>
        </p:nvSpPr>
        <p:spPr>
          <a:xfrm>
            <a:off x="356870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25850" y="47529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25850" y="49053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492500" y="54673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58"/>
          <p:cNvSpPr/>
          <p:nvPr/>
        </p:nvSpPr>
        <p:spPr>
          <a:xfrm>
            <a:off x="3568700" y="52387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625850" y="52863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25850" y="54387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5279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62"/>
          <p:cNvSpPr/>
          <p:nvPr/>
        </p:nvSpPr>
        <p:spPr>
          <a:xfrm>
            <a:off x="626110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31825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1825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356350" y="3009900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635635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8" name="Rounded Rectangle 67"/>
          <p:cNvSpPr/>
          <p:nvPr/>
        </p:nvSpPr>
        <p:spPr>
          <a:xfrm>
            <a:off x="643255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8970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8970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5635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2" name="Rounded Rectangle 71"/>
          <p:cNvSpPr/>
          <p:nvPr/>
        </p:nvSpPr>
        <p:spPr>
          <a:xfrm>
            <a:off x="643255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48970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8970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35635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6" name="Rounded Rectangle 75"/>
          <p:cNvSpPr/>
          <p:nvPr/>
        </p:nvSpPr>
        <p:spPr>
          <a:xfrm>
            <a:off x="643255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489700" y="42195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89700" y="43719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35635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0" name="Rounded Rectangle 79"/>
          <p:cNvSpPr/>
          <p:nvPr/>
        </p:nvSpPr>
        <p:spPr>
          <a:xfrm>
            <a:off x="643255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489700" y="47529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89700" y="49053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3917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4" name="Rounded Rectangle 83"/>
          <p:cNvSpPr/>
          <p:nvPr/>
        </p:nvSpPr>
        <p:spPr>
          <a:xfrm>
            <a:off x="9124950" y="2590800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182100" y="2638425"/>
            <a:ext cx="24193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2100" y="2790825"/>
            <a:ext cx="24193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220200" y="3009900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88" name="Connector 87"/>
          <p:cNvCxnSpPr/>
          <p:nvPr/>
        </p:nvCxnSpPr>
        <p:spPr>
          <a:xfrm>
            <a:off x="9220200" y="33337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88"/>
          <p:cNvSpPr/>
          <p:nvPr/>
        </p:nvSpPr>
        <p:spPr>
          <a:xfrm>
            <a:off x="9296400" y="31051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353550" y="31527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53550" y="33051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220200" y="38671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3" name="Rounded Rectangle 92"/>
          <p:cNvSpPr/>
          <p:nvPr/>
        </p:nvSpPr>
        <p:spPr>
          <a:xfrm>
            <a:off x="9296400" y="36385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53550" y="36861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53550" y="38385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220200" y="44005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7" name="Rounded Rectangle 96"/>
          <p:cNvSpPr/>
          <p:nvPr/>
        </p:nvSpPr>
        <p:spPr>
          <a:xfrm>
            <a:off x="9296400" y="41719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9353550" y="42195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3550" y="43719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9220200" y="4933950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1" name="Rounded Rectangle 100"/>
          <p:cNvSpPr/>
          <p:nvPr/>
        </p:nvSpPr>
        <p:spPr>
          <a:xfrm>
            <a:off x="9296400" y="4705350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353550" y="4752975"/>
            <a:ext cx="22479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53550" y="4905375"/>
            <a:ext cx="22479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