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ORGANIZATION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Organization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06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8250" y="1390650"/>
            <a:ext cx="2095500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05400" y="1438275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Ceisar Centiaga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5400" y="1590675"/>
            <a:ext cx="1981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DIRECTOR IN CHARGE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1771650"/>
            <a:ext cx="0" cy="1333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5048250" y="1905000"/>
            <a:ext cx="2095500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105400" y="1952625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Ricardo Tanada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2105025"/>
            <a:ext cx="1981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UNIT &amp; STRATEGIC DIV HEAD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286000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1581150" y="2438400"/>
            <a:ext cx="90297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1581150" y="2438400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20" name="Rounded Rectangle 19"/>
          <p:cNvSpPr/>
          <p:nvPr/>
        </p:nvSpPr>
        <p:spPr>
          <a:xfrm>
            <a:off x="533400" y="2590800"/>
            <a:ext cx="2095500" cy="400050"/>
          </a:xfrm>
          <a:prstGeom prst="roundRect">
            <a:avLst>
              <a:gd name="adj" fmla="val 11904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0550" y="2638425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Kresnanto A.W.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2790825"/>
            <a:ext cx="1981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1 HEAD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8650" y="2990850"/>
            <a:ext cx="0" cy="866775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8650" y="33242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25" name="Rounded Rectangle 24"/>
          <p:cNvSpPr/>
          <p:nvPr/>
        </p:nvSpPr>
        <p:spPr>
          <a:xfrm>
            <a:off x="704850" y="30861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2000" y="31337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Satrio F.R.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32861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Big Suppeq, Big Vessel, Bucket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8650" y="38576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29" name="Rounded Rectangle 28"/>
          <p:cNvSpPr/>
          <p:nvPr/>
        </p:nvSpPr>
        <p:spPr>
          <a:xfrm>
            <a:off x="704850" y="36195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2000" y="36671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M. Fawwaz J.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38195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Cabin, Forestry, Agro, Forklift, Towerlamp, Pump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838575" y="2438400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33" name="Rounded Rectangle 32"/>
          <p:cNvSpPr/>
          <p:nvPr/>
        </p:nvSpPr>
        <p:spPr>
          <a:xfrm>
            <a:off x="2733675" y="2533650"/>
            <a:ext cx="2209800" cy="3543300"/>
          </a:xfrm>
          <a:prstGeom prst="roundRect">
            <a:avLst>
              <a:gd name="adj" fmla="val 3448"/>
            </a:avLst>
          </a:prstGeom>
          <a:noFill/>
          <a:ln w="19050">
            <a:solidFill>
              <a:srgbClr val="076932"/>
            </a:solidFill>
          </a:ln>
        </p:spPr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790825" y="2590800"/>
            <a:ext cx="2095500" cy="400050"/>
          </a:xfrm>
          <a:prstGeom prst="roundRect">
            <a:avLst>
              <a:gd name="adj" fmla="val 11904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847975" y="2638425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Ricardo Tanada (c)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47975" y="2790825"/>
            <a:ext cx="1981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2 HEAD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886075" y="2990850"/>
            <a:ext cx="0" cy="2790825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2886075" y="330517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39" name="Rounded Rectangle 38"/>
          <p:cNvSpPr/>
          <p:nvPr/>
        </p:nvSpPr>
        <p:spPr>
          <a:xfrm>
            <a:off x="2962275" y="3086100"/>
            <a:ext cx="1924050" cy="43815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019425" y="31337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Ignatius Indrawan 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9425" y="3286125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Deputy Head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886075" y="380047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43" name="Rounded Rectangle 42"/>
          <p:cNvSpPr/>
          <p:nvPr/>
        </p:nvSpPr>
        <p:spPr>
          <a:xfrm>
            <a:off x="2962275" y="3581400"/>
            <a:ext cx="1924050" cy="43815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019425" y="36290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Ervin Bahar 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9425" y="3781425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Medium Vessel, Man Hauler, Bus Scania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886075" y="429577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2962275" y="4076700"/>
            <a:ext cx="1924050" cy="438150"/>
          </a:xfrm>
          <a:prstGeom prst="roundRect">
            <a:avLst>
              <a:gd name="adj" fmla="val 10869"/>
            </a:avLst>
          </a:prstGeom>
          <a:solidFill>
            <a:srgbClr val="E1F9EC"/>
          </a:solidFill>
          <a:ln w="19050">
            <a:solidFill>
              <a:srgbClr val="076932"/>
            </a:solidFill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019425" y="41243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Tiberias K.S.  ◄ 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9425" y="4276725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076932"/>
                </a:solidFill>
                <a:latin typeface="Arial"/>
              </a:rPr>
              <a:t>Small Suppeq, Truck Others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886075" y="479107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1" name="Rounded Rectangle 50"/>
          <p:cNvSpPr/>
          <p:nvPr/>
        </p:nvSpPr>
        <p:spPr>
          <a:xfrm>
            <a:off x="2962275" y="4572000"/>
            <a:ext cx="1924050" cy="43815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019425" y="46196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Eurico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9425" y="4772025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Mining / Non-mining Trailer, Overseas Zone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886075" y="528637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5" name="Rounded Rectangle 54"/>
          <p:cNvSpPr/>
          <p:nvPr/>
        </p:nvSpPr>
        <p:spPr>
          <a:xfrm>
            <a:off x="2962275" y="5067300"/>
            <a:ext cx="1924050" cy="43815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019425" y="5114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Nandu Narpati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9425" y="5267325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886075" y="578167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9" name="Rounded Rectangle 58"/>
          <p:cNvSpPr/>
          <p:nvPr/>
        </p:nvSpPr>
        <p:spPr>
          <a:xfrm>
            <a:off x="2962275" y="5562600"/>
            <a:ext cx="1924050" cy="43815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019425" y="56102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Fitri Royani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19425" y="5762625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096000" y="2438400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3" name="Rounded Rectangle 62"/>
          <p:cNvSpPr/>
          <p:nvPr/>
        </p:nvSpPr>
        <p:spPr>
          <a:xfrm>
            <a:off x="5048250" y="2590800"/>
            <a:ext cx="2095500" cy="400050"/>
          </a:xfrm>
          <a:prstGeom prst="roundRect">
            <a:avLst>
              <a:gd name="adj" fmla="val 11904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105400" y="2638425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Ugik Praseno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05400" y="2790825"/>
            <a:ext cx="1981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3 HEAD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143500" y="2990850"/>
            <a:ext cx="0" cy="1933575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67" name="Connector 66"/>
          <p:cNvCxnSpPr/>
          <p:nvPr/>
        </p:nvCxnSpPr>
        <p:spPr>
          <a:xfrm>
            <a:off x="5143500" y="33242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8" name="Rounded Rectangle 67"/>
          <p:cNvSpPr/>
          <p:nvPr/>
        </p:nvSpPr>
        <p:spPr>
          <a:xfrm>
            <a:off x="5219700" y="30861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276850" y="31337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Baihaqi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76850" y="32861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Mineral Processing, EPC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143500" y="38576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2" name="Rounded Rectangle 71"/>
          <p:cNvSpPr/>
          <p:nvPr/>
        </p:nvSpPr>
        <p:spPr>
          <a:xfrm>
            <a:off x="5219700" y="36195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5276850" y="36671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Yuda Prana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76850" y="38195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Maritime, Renewable Energy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143500" y="43910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6" name="Rounded Rectangle 75"/>
          <p:cNvSpPr/>
          <p:nvPr/>
        </p:nvSpPr>
        <p:spPr>
          <a:xfrm>
            <a:off x="5219700" y="41529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5276850" y="42005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Celine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76850" y="43529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Ultra Product Support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143500" y="49244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0" name="Rounded Rectangle 79"/>
          <p:cNvSpPr/>
          <p:nvPr/>
        </p:nvSpPr>
        <p:spPr>
          <a:xfrm>
            <a:off x="5219700" y="46863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5276850" y="4733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Hanifa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76850" y="48863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Automation, EV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8353425" y="2438400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4" name="Rounded Rectangle 83"/>
          <p:cNvSpPr/>
          <p:nvPr/>
        </p:nvSpPr>
        <p:spPr>
          <a:xfrm>
            <a:off x="7305675" y="2590800"/>
            <a:ext cx="2095500" cy="400050"/>
          </a:xfrm>
          <a:prstGeom prst="roundRect">
            <a:avLst>
              <a:gd name="adj" fmla="val 11904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7362825" y="2638425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Kresnanto A.W.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62825" y="2790825"/>
            <a:ext cx="1981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APPLICATION ENGINEERING HEAD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7400925" y="2990850"/>
            <a:ext cx="0" cy="1933575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88" name="Connector 87"/>
          <p:cNvCxnSpPr/>
          <p:nvPr/>
        </p:nvCxnSpPr>
        <p:spPr>
          <a:xfrm>
            <a:off x="7400925" y="33242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9" name="Rounded Rectangle 88"/>
          <p:cNvSpPr/>
          <p:nvPr/>
        </p:nvSpPr>
        <p:spPr>
          <a:xfrm>
            <a:off x="7477125" y="30861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534275" y="31337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Agi Yogiansyah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34275" y="32861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Offroad Trailer (SST, SDT, LBT), Big Vessel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400925" y="38576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3" name="Rounded Rectangle 92"/>
          <p:cNvSpPr/>
          <p:nvPr/>
        </p:nvSpPr>
        <p:spPr>
          <a:xfrm>
            <a:off x="7477125" y="36195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534275" y="36671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M. Sugeng Riadi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534275" y="38195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Supporting Equipment (WT, FT, LT), Mixer, EV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400925" y="43910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7" name="Rounded Rectangle 96"/>
          <p:cNvSpPr/>
          <p:nvPr/>
        </p:nvSpPr>
        <p:spPr>
          <a:xfrm>
            <a:off x="7477125" y="41529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534275" y="42005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Angger Suryo Prastowo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34275" y="43529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Manhauler, Towerlamp, Industrial (Crane truck, Tire handler)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7400925" y="49244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1" name="Rounded Rectangle 100"/>
          <p:cNvSpPr/>
          <p:nvPr/>
        </p:nvSpPr>
        <p:spPr>
          <a:xfrm>
            <a:off x="7477125" y="46863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534275" y="47339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Muhammad Fadlan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534275" y="48863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On-road Trailer (FBT, SCT), Medium Vessel, Crusher, Bucket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0610850" y="2438400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5" name="Rounded Rectangle 104"/>
          <p:cNvSpPr/>
          <p:nvPr/>
        </p:nvSpPr>
        <p:spPr>
          <a:xfrm>
            <a:off x="9563100" y="2590800"/>
            <a:ext cx="2095500" cy="400050"/>
          </a:xfrm>
          <a:prstGeom prst="roundRect">
            <a:avLst>
              <a:gd name="adj" fmla="val 11904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9620250" y="2638425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Marketing Communication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20250" y="2790825"/>
            <a:ext cx="1981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MARCOMM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9658350" y="2990850"/>
            <a:ext cx="0" cy="1400175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109" name="Connector 108"/>
          <p:cNvCxnSpPr/>
          <p:nvPr/>
        </p:nvCxnSpPr>
        <p:spPr>
          <a:xfrm>
            <a:off x="9658350" y="33242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0" name="Rounded Rectangle 109"/>
          <p:cNvSpPr/>
          <p:nvPr/>
        </p:nvSpPr>
        <p:spPr>
          <a:xfrm>
            <a:off x="9734550" y="30861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9791700" y="31337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Karina Audina E.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791700" y="32861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Marcomm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9658350" y="38576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4" name="Rounded Rectangle 113"/>
          <p:cNvSpPr/>
          <p:nvPr/>
        </p:nvSpPr>
        <p:spPr>
          <a:xfrm>
            <a:off x="9734550" y="36195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9791700" y="36671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Adinda Siti K.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91700" y="38195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Marcomm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658350" y="4391025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8" name="Rounded Rectangle 117"/>
          <p:cNvSpPr/>
          <p:nvPr/>
        </p:nvSpPr>
        <p:spPr>
          <a:xfrm>
            <a:off x="9734550" y="4152900"/>
            <a:ext cx="192405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9791700" y="4200525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Rahma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791700" y="4352925"/>
            <a:ext cx="1809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Graphic Designer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