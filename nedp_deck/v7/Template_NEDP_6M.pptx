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7" r:id="rId2"/>
    <p:sldId id="258" r:id="rId3"/>
    <p:sldId id="266" r:id="rId4"/>
    <p:sldId id="278" r:id="rId5"/>
    <p:sldId id="277" r:id="rId6"/>
    <p:sldId id="275" r:id="rId7"/>
    <p:sldId id="267" r:id="rId8"/>
    <p:sldId id="260" r:id="rId9"/>
    <p:sldId id="269" r:id="rId10"/>
    <p:sldId id="268" r:id="rId11"/>
    <p:sldId id="270" r:id="rId12"/>
    <p:sldId id="271" r:id="rId13"/>
    <p:sldId id="272" r:id="rId14"/>
    <p:sldId id="273" r:id="rId15"/>
    <p:sldId id="274" r:id="rId16"/>
    <p:sldId id="261" r:id="rId17"/>
  </p:sldIdLst>
  <p:sldSz cx="9144000" cy="5143500" type="screen16x9"/>
  <p:notesSz cx="6858000" cy="9144000"/>
  <p:embeddedFontLst>
    <p:embeddedFont>
      <p:font typeface="Arial Black" panose="020B0A04020102020204" pitchFamily="34" charset="0"/>
      <p:bold r:id="rId19"/>
    </p:embeddedFont>
    <p:embeddedFont>
      <p:font typeface="DM Sans Bold" pitchFamily="2" charset="0"/>
      <p:bold r:id="rId20"/>
    </p:embeddedFont>
    <p:embeddedFont>
      <p:font typeface="Impact" panose="020B0806030902050204" pitchFamily="34" charset="0"/>
      <p:regular r:id="rId21"/>
    </p:embeddedFont>
    <p:embeddedFont>
      <p:font typeface="Inter"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5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03465-8584-0171-B704-F3AE7E793232}" v="5" dt="2026-04-02T04:20:35.161"/>
    <p1510:client id="{F9B4F617-2735-98A8-B40E-BEBC66C2C6B5}" v="7" dt="2026-04-02T04:24:26.1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7a15ddd579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7a15ddd579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D1B3BB3F-0578-F0B0-CF5F-1AE1F3B51877}"/>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0FA8FA61-2DD9-52E8-EE9D-9E8A3C722E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5C19BBEC-B0B6-D2B2-E078-93D6F13697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49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7a15ddd579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7a15ddd579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4183E633-CA00-E621-35A7-7CD88AD879A0}"/>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29D25C19-5D70-C7AB-F54D-7C6516B047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7704B967-3930-24A3-AD64-C6D9C18F1F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972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C066527D-8DB8-16AA-680B-83C4BC49D4C0}"/>
            </a:ext>
          </a:extLst>
        </p:cNvPr>
        <p:cNvGrpSpPr/>
        <p:nvPr/>
      </p:nvGrpSpPr>
      <p:grpSpPr>
        <a:xfrm>
          <a:off x="0" y="0"/>
          <a:ext cx="0" cy="0"/>
          <a:chOff x="0" y="0"/>
          <a:chExt cx="0" cy="0"/>
        </a:xfrm>
      </p:grpSpPr>
      <p:sp>
        <p:nvSpPr>
          <p:cNvPr id="85" name="Google Shape;85;g3650c6da72d_1_1:notes">
            <a:extLst>
              <a:ext uri="{FF2B5EF4-FFF2-40B4-BE49-F238E27FC236}">
                <a16:creationId xmlns:a16="http://schemas.microsoft.com/office/drawing/2014/main" id="{B7AE4A52-FC5B-34DA-AE16-5B98D1F19F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0c6da72d_1_1:notes">
            <a:extLst>
              <a:ext uri="{FF2B5EF4-FFF2-40B4-BE49-F238E27FC236}">
                <a16:creationId xmlns:a16="http://schemas.microsoft.com/office/drawing/2014/main" id="{2CC8C849-20AA-18CF-E965-A275AEC747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594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4D1D7E4-B9E9-3657-974E-914091354E54}"/>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92E5C0F4-B4D9-B015-1EB1-8BF605EC2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E4BF8410-6C8F-97CD-29D0-B97F45FBF9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902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50c6da72d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0c6da72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25F2732D-0ACA-5275-B8E3-64C0F168030A}"/>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368640A2-8AD8-0E54-5300-C21D0FA0B7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16CD2845-B802-B6F2-4870-B23DC53A43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7438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493B5C5-0478-F2B2-A8AC-0031950686ED}"/>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51370368-E2B2-48EF-6016-3C33ACDB42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747A3AC5-B8DB-09AC-90CB-85704C7481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3688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EAD222F3-E86E-3628-F83A-26E0D3817D22}"/>
            </a:ext>
          </a:extLst>
        </p:cNvPr>
        <p:cNvGrpSpPr/>
        <p:nvPr/>
      </p:nvGrpSpPr>
      <p:grpSpPr>
        <a:xfrm>
          <a:off x="0" y="0"/>
          <a:ext cx="0" cy="0"/>
          <a:chOff x="0" y="0"/>
          <a:chExt cx="0" cy="0"/>
        </a:xfrm>
      </p:grpSpPr>
      <p:sp>
        <p:nvSpPr>
          <p:cNvPr id="85" name="Google Shape;85;g3650c6da72d_1_1:notes">
            <a:extLst>
              <a:ext uri="{FF2B5EF4-FFF2-40B4-BE49-F238E27FC236}">
                <a16:creationId xmlns:a16="http://schemas.microsoft.com/office/drawing/2014/main" id="{92DD67D2-35AC-CD03-E15E-128EAA5224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0c6da72d_1_1:notes">
            <a:extLst>
              <a:ext uri="{FF2B5EF4-FFF2-40B4-BE49-F238E27FC236}">
                <a16:creationId xmlns:a16="http://schemas.microsoft.com/office/drawing/2014/main" id="{2A6FDAC3-4B38-17A4-5EFF-D7AF286024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8322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E610035-4B52-EC88-B8E2-D4387448A65B}"/>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6668234D-490E-5DF6-B63A-6C8CAFC6B5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4A8C964E-9C1D-8179-A2D9-26FA40CFC2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3606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8065D85A-7AE2-F76F-7225-920E44C756B0}"/>
            </a:ext>
          </a:extLst>
        </p:cNvPr>
        <p:cNvGrpSpPr/>
        <p:nvPr/>
      </p:nvGrpSpPr>
      <p:grpSpPr>
        <a:xfrm>
          <a:off x="0" y="0"/>
          <a:ext cx="0" cy="0"/>
          <a:chOff x="0" y="0"/>
          <a:chExt cx="0" cy="0"/>
        </a:xfrm>
      </p:grpSpPr>
      <p:sp>
        <p:nvSpPr>
          <p:cNvPr id="85" name="Google Shape;85;g3650c6da72d_1_1:notes">
            <a:extLst>
              <a:ext uri="{FF2B5EF4-FFF2-40B4-BE49-F238E27FC236}">
                <a16:creationId xmlns:a16="http://schemas.microsoft.com/office/drawing/2014/main" id="{A4AB58DD-0D53-F2DA-EFAE-E4B95756F3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0c6da72d_1_1:notes">
            <a:extLst>
              <a:ext uri="{FF2B5EF4-FFF2-40B4-BE49-F238E27FC236}">
                <a16:creationId xmlns:a16="http://schemas.microsoft.com/office/drawing/2014/main" id="{082D3091-A494-DF5D-6150-3E04A352D2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650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350116EC-FFC2-5B39-45DB-9860EBC0FC3D}"/>
            </a:ext>
          </a:extLst>
        </p:cNvPr>
        <p:cNvGrpSpPr/>
        <p:nvPr/>
      </p:nvGrpSpPr>
      <p:grpSpPr>
        <a:xfrm>
          <a:off x="0" y="0"/>
          <a:ext cx="0" cy="0"/>
          <a:chOff x="0" y="0"/>
          <a:chExt cx="0" cy="0"/>
        </a:xfrm>
      </p:grpSpPr>
      <p:sp>
        <p:nvSpPr>
          <p:cNvPr id="96" name="Google Shape;96;g37a15ddd579_0_102:notes">
            <a:extLst>
              <a:ext uri="{FF2B5EF4-FFF2-40B4-BE49-F238E27FC236}">
                <a16:creationId xmlns:a16="http://schemas.microsoft.com/office/drawing/2014/main" id="{1534F726-7BB2-D7D0-19AD-42E0081FB0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a:extLst>
              <a:ext uri="{FF2B5EF4-FFF2-40B4-BE49-F238E27FC236}">
                <a16:creationId xmlns:a16="http://schemas.microsoft.com/office/drawing/2014/main" id="{49B7E000-9FC1-E240-AB3D-528CB3872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743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E87F2C6-3267-D736-9745-7F29A65A92DB}"/>
            </a:ext>
          </a:extLst>
        </p:cNvPr>
        <p:cNvGrpSpPr/>
        <p:nvPr/>
      </p:nvGrpSpPr>
      <p:grpSpPr>
        <a:xfrm>
          <a:off x="0" y="0"/>
          <a:ext cx="0" cy="0"/>
          <a:chOff x="0" y="0"/>
          <a:chExt cx="0" cy="0"/>
        </a:xfrm>
      </p:grpSpPr>
      <p:sp>
        <p:nvSpPr>
          <p:cNvPr id="85" name="Google Shape;85;g3650c6da72d_1_1:notes">
            <a:extLst>
              <a:ext uri="{FF2B5EF4-FFF2-40B4-BE49-F238E27FC236}">
                <a16:creationId xmlns:a16="http://schemas.microsoft.com/office/drawing/2014/main" id="{41F279D4-8947-4E03-52AB-364F06097A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0c6da72d_1_1:notes">
            <a:extLst>
              <a:ext uri="{FF2B5EF4-FFF2-40B4-BE49-F238E27FC236}">
                <a16:creationId xmlns:a16="http://schemas.microsoft.com/office/drawing/2014/main" id="{3E0414F9-745E-79CB-CFAD-082203A6B6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212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a15ddd579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7a15ddd57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e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6.jpeg"/><Relationship Id="rId7" Type="http://schemas.openxmlformats.org/officeDocument/2006/relationships/image" Target="../media/image19.jpeg"/><Relationship Id="rId12"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5.png"/><Relationship Id="rId9" Type="http://schemas.openxmlformats.org/officeDocument/2006/relationships/image" Target="../media/image21.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16.jpeg"/><Relationship Id="rId7"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9.jpeg"/><Relationship Id="rId5" Type="http://schemas.openxmlformats.org/officeDocument/2006/relationships/image" Target="../media/image26.sv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6.sv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2.jpeg"/><Relationship Id="rId5" Type="http://schemas.openxmlformats.org/officeDocument/2006/relationships/image" Target="../media/image26.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16.jpeg"/><Relationship Id="rId7" Type="http://schemas.openxmlformats.org/officeDocument/2006/relationships/image" Target="../media/image34.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2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6.jpeg"/><Relationship Id="rId7" Type="http://schemas.openxmlformats.org/officeDocument/2006/relationships/image" Target="../media/image38.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pic>
        <p:nvPicPr>
          <p:cNvPr id="64" name="Google Shape;64;p14" title="SLIDE PRESENTATION3.jpg"/>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69" name="Google Shape;69;p14" title="LOGO PRIMER - Orange Orange Biru.png"/>
          <p:cNvPicPr preferRelativeResize="0"/>
          <p:nvPr/>
        </p:nvPicPr>
        <p:blipFill rotWithShape="1">
          <a:blip r:embed="rId4">
            <a:alphaModFix/>
          </a:blip>
          <a:srcRect b="10"/>
          <a:stretch/>
        </p:blipFill>
        <p:spPr>
          <a:xfrm>
            <a:off x="244625" y="254625"/>
            <a:ext cx="1324677" cy="503824"/>
          </a:xfrm>
          <a:prstGeom prst="rect">
            <a:avLst/>
          </a:prstGeom>
          <a:noFill/>
          <a:ln>
            <a:noFill/>
          </a:ln>
        </p:spPr>
      </p:pic>
      <p:grpSp>
        <p:nvGrpSpPr>
          <p:cNvPr id="2" name="Group 1">
            <a:extLst>
              <a:ext uri="{FF2B5EF4-FFF2-40B4-BE49-F238E27FC236}">
                <a16:creationId xmlns:a16="http://schemas.microsoft.com/office/drawing/2014/main" id="{9ED158A8-E4F4-BD28-FB79-959FE1F2241E}"/>
              </a:ext>
            </a:extLst>
          </p:cNvPr>
          <p:cNvGrpSpPr/>
          <p:nvPr/>
        </p:nvGrpSpPr>
        <p:grpSpPr>
          <a:xfrm>
            <a:off x="5303520" y="-1"/>
            <a:ext cx="3840481" cy="5143503"/>
            <a:chOff x="821654" y="398431"/>
            <a:chExt cx="594991" cy="796863"/>
          </a:xfrm>
        </p:grpSpPr>
        <p:sp>
          <p:nvSpPr>
            <p:cNvPr id="3" name="Freeform 3">
              <a:extLst>
                <a:ext uri="{FF2B5EF4-FFF2-40B4-BE49-F238E27FC236}">
                  <a16:creationId xmlns:a16="http://schemas.microsoft.com/office/drawing/2014/main" id="{71A1945F-37F5-2AE5-174F-D154303358A9}"/>
                </a:ext>
              </a:extLst>
            </p:cNvPr>
            <p:cNvSpPr/>
            <p:nvPr/>
          </p:nvSpPr>
          <p:spPr>
            <a:xfrm>
              <a:off x="821654" y="398431"/>
              <a:ext cx="594991" cy="796863"/>
            </a:xfrm>
            <a:custGeom>
              <a:avLst/>
              <a:gdLst/>
              <a:ahLst/>
              <a:cxnLst/>
              <a:rect l="l" t="t" r="r" b="b"/>
              <a:pathLst>
                <a:path w="1416645" h="1593725">
                  <a:moveTo>
                    <a:pt x="0" y="0"/>
                  </a:moveTo>
                  <a:lnTo>
                    <a:pt x="1416645" y="0"/>
                  </a:lnTo>
                  <a:lnTo>
                    <a:pt x="1416645" y="1593725"/>
                  </a:lnTo>
                  <a:lnTo>
                    <a:pt x="0" y="1593725"/>
                  </a:lnTo>
                  <a:close/>
                </a:path>
              </a:pathLst>
            </a:custGeom>
            <a:blipFill>
              <a:blip r:embed="rId5"/>
              <a:stretch>
                <a:fillRect l="-33401" r="-35454"/>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sp>
        <p:nvSpPr>
          <p:cNvPr id="4" name="Google Shape;55;p13">
            <a:extLst>
              <a:ext uri="{FF2B5EF4-FFF2-40B4-BE49-F238E27FC236}">
                <a16:creationId xmlns:a16="http://schemas.microsoft.com/office/drawing/2014/main" id="{2EC73069-12A9-632C-6FBD-6537A1F0F7E0}"/>
              </a:ext>
            </a:extLst>
          </p:cNvPr>
          <p:cNvSpPr txBox="1"/>
          <p:nvPr/>
        </p:nvSpPr>
        <p:spPr>
          <a:xfrm>
            <a:off x="244622" y="1294571"/>
            <a:ext cx="4888209" cy="1803795"/>
          </a:xfrm>
          <a:prstGeom prst="rect">
            <a:avLst/>
          </a:prstGeom>
          <a:noFill/>
          <a:ln>
            <a:noFill/>
          </a:ln>
        </p:spPr>
        <p:txBody>
          <a:bodyPr spcFirstLastPara="1" wrap="square" lIns="91425" tIns="91425" rIns="91425" bIns="91425" anchor="t" anchorCtr="0">
            <a:noAutofit/>
          </a:bodyPr>
          <a:lstStyle/>
          <a:p>
            <a:pPr lvl="0"/>
            <a:r>
              <a:rPr lang="en-ID" sz="4000" b="1">
                <a:solidFill>
                  <a:srgbClr val="E55200"/>
                </a:solidFill>
                <a:latin typeface="Arial Black" panose="020B0A04020102020204" pitchFamily="34" charset="0"/>
                <a:ea typeface="Inter"/>
                <a:cs typeface="Inter"/>
                <a:sym typeface="Inter"/>
              </a:rPr>
              <a:t>NEW EMPLOYEE DEVELOPMENT PROGRAM</a:t>
            </a:r>
          </a:p>
        </p:txBody>
      </p:sp>
      <p:sp>
        <p:nvSpPr>
          <p:cNvPr id="5" name="Google Shape;57;p13">
            <a:extLst>
              <a:ext uri="{FF2B5EF4-FFF2-40B4-BE49-F238E27FC236}">
                <a16:creationId xmlns:a16="http://schemas.microsoft.com/office/drawing/2014/main" id="{A9974328-8459-B849-1C71-BA259DDD6C46}"/>
              </a:ext>
            </a:extLst>
          </p:cNvPr>
          <p:cNvSpPr txBox="1"/>
          <p:nvPr/>
        </p:nvSpPr>
        <p:spPr>
          <a:xfrm>
            <a:off x="244622" y="3410050"/>
            <a:ext cx="4528800" cy="49005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tx1"/>
                </a:solidFill>
                <a:latin typeface="Inter"/>
                <a:ea typeface="Inter"/>
                <a:cs typeface="Inter"/>
                <a:sym typeface="Inter"/>
              </a:rPr>
              <a:t>NAMA</a:t>
            </a:r>
          </a:p>
          <a:p>
            <a:pPr marL="0" lvl="0" indent="0" algn="l" rtl="0">
              <a:spcBef>
                <a:spcPts val="0"/>
              </a:spcBef>
              <a:spcAft>
                <a:spcPts val="0"/>
              </a:spcAft>
              <a:buNone/>
            </a:pPr>
            <a:r>
              <a:rPr lang="en" sz="1200">
                <a:solidFill>
                  <a:schemeClr val="tx1"/>
                </a:solidFill>
                <a:latin typeface="Inter"/>
                <a:ea typeface="Inter"/>
                <a:cs typeface="Inter"/>
                <a:sym typeface="Inter"/>
              </a:rPr>
              <a:t>POSISI</a:t>
            </a:r>
            <a:endParaRPr sz="1200">
              <a:solidFill>
                <a:schemeClr val="tx1"/>
              </a:solidFill>
              <a:latin typeface="Inter"/>
              <a:ea typeface="Inter"/>
              <a:cs typeface="Inter"/>
              <a:sym typeface="Inter"/>
            </a:endParaRPr>
          </a:p>
        </p:txBody>
      </p:sp>
      <p:sp>
        <p:nvSpPr>
          <p:cNvPr id="6" name="Google Shape;58;p13">
            <a:extLst>
              <a:ext uri="{FF2B5EF4-FFF2-40B4-BE49-F238E27FC236}">
                <a16:creationId xmlns:a16="http://schemas.microsoft.com/office/drawing/2014/main" id="{9D76DD39-BDEB-A661-3020-BAFECE7F67ED}"/>
              </a:ext>
            </a:extLst>
          </p:cNvPr>
          <p:cNvSpPr txBox="1"/>
          <p:nvPr/>
        </p:nvSpPr>
        <p:spPr>
          <a:xfrm>
            <a:off x="244625" y="4655789"/>
            <a:ext cx="4528800" cy="2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E55200"/>
                </a:solidFill>
                <a:latin typeface="Inter"/>
                <a:ea typeface="Inter"/>
                <a:cs typeface="Inter"/>
                <a:sym typeface="Inter"/>
              </a:rPr>
              <a:t>2026</a:t>
            </a:r>
            <a:endParaRPr sz="800">
              <a:solidFill>
                <a:srgbClr val="E55200"/>
              </a:solidFill>
              <a:latin typeface="Inter"/>
              <a:ea typeface="Inter"/>
              <a:cs typeface="Inter"/>
              <a:sym typeface="Inter"/>
            </a:endParaRPr>
          </a:p>
        </p:txBody>
      </p:sp>
      <p:sp>
        <p:nvSpPr>
          <p:cNvPr id="7" name="Google Shape;55;p13">
            <a:extLst>
              <a:ext uri="{FF2B5EF4-FFF2-40B4-BE49-F238E27FC236}">
                <a16:creationId xmlns:a16="http://schemas.microsoft.com/office/drawing/2014/main" id="{56160389-26FF-BA58-24CE-137944CD6ADB}"/>
              </a:ext>
            </a:extLst>
          </p:cNvPr>
          <p:cNvSpPr txBox="1"/>
          <p:nvPr/>
        </p:nvSpPr>
        <p:spPr>
          <a:xfrm>
            <a:off x="244623" y="3058196"/>
            <a:ext cx="3840481" cy="576292"/>
          </a:xfrm>
          <a:prstGeom prst="rect">
            <a:avLst/>
          </a:prstGeom>
          <a:noFill/>
          <a:ln>
            <a:noFill/>
          </a:ln>
        </p:spPr>
        <p:txBody>
          <a:bodyPr spcFirstLastPara="1" wrap="square" lIns="91425" tIns="91425" rIns="91425" bIns="91425" anchor="t" anchorCtr="0">
            <a:noAutofit/>
          </a:bodyPr>
          <a:lstStyle/>
          <a:p>
            <a:pPr lvl="0"/>
            <a:r>
              <a:rPr lang="en-ID" sz="2000" b="1">
                <a:solidFill>
                  <a:schemeClr val="tx1"/>
                </a:solidFill>
                <a:latin typeface="Arial Black"/>
                <a:ea typeface="Inter"/>
                <a:cs typeface="Inter"/>
                <a:sym typeface="Inter"/>
              </a:rPr>
              <a:t>MID YEAR REVIEW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5" title="SLIDE PRESENTATION.jpg"/>
          <p:cNvPicPr preferRelativeResize="0"/>
          <p:nvPr/>
        </p:nvPicPr>
        <p:blipFill rotWithShape="1">
          <a:blip r:embed="rId3">
            <a:alphaModFix/>
          </a:blip>
          <a:srcRect/>
          <a:stretch/>
        </p:blipFill>
        <p:spPr>
          <a:xfrm>
            <a:off x="0" y="0"/>
            <a:ext cx="9144003" cy="5143490"/>
          </a:xfrm>
          <a:prstGeom prst="rect">
            <a:avLst/>
          </a:prstGeom>
          <a:noFill/>
          <a:ln>
            <a:noFill/>
          </a:ln>
        </p:spPr>
      </p:pic>
      <p:sp>
        <p:nvSpPr>
          <p:cNvPr id="75" name="Google Shape;75;p15"/>
          <p:cNvSpPr txBox="1"/>
          <p:nvPr/>
        </p:nvSpPr>
        <p:spPr>
          <a:xfrm>
            <a:off x="244625" y="4261102"/>
            <a:ext cx="2864335" cy="53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a:solidFill>
                  <a:schemeClr val="lt1"/>
                </a:solidFill>
                <a:latin typeface="Arial Black" panose="020B0A04020102020204" pitchFamily="34" charset="0"/>
                <a:ea typeface="Inter"/>
                <a:cs typeface="Inter"/>
                <a:sym typeface="Inter"/>
              </a:rPr>
              <a:t>CONTENT</a:t>
            </a:r>
            <a:endParaRPr sz="3600" b="1">
              <a:solidFill>
                <a:schemeClr val="lt1"/>
              </a:solidFill>
              <a:latin typeface="Arial Black" panose="020B0A04020102020204" pitchFamily="34" charset="0"/>
              <a:ea typeface="Inter"/>
              <a:cs typeface="Inter"/>
              <a:sym typeface="Inter"/>
            </a:endParaRPr>
          </a:p>
        </p:txBody>
      </p:sp>
      <p:pic>
        <p:nvPicPr>
          <p:cNvPr id="76" name="Google Shape;76;p15" title="LOGO PRIMER - Putih Orange  Putih.png"/>
          <p:cNvPicPr preferRelativeResize="0"/>
          <p:nvPr/>
        </p:nvPicPr>
        <p:blipFill rotWithShape="1">
          <a:blip r:embed="rId4">
            <a:alphaModFix/>
          </a:blip>
          <a:srcRect/>
          <a:stretch/>
        </p:blipFill>
        <p:spPr>
          <a:xfrm>
            <a:off x="244625" y="254625"/>
            <a:ext cx="1324677" cy="503824"/>
          </a:xfrm>
          <a:prstGeom prst="rect">
            <a:avLst/>
          </a:prstGeom>
          <a:noFill/>
          <a:ln>
            <a:noFill/>
          </a:ln>
        </p:spPr>
      </p:pic>
      <p:sp>
        <p:nvSpPr>
          <p:cNvPr id="2" name="Google Shape;75;p15">
            <a:extLst>
              <a:ext uri="{FF2B5EF4-FFF2-40B4-BE49-F238E27FC236}">
                <a16:creationId xmlns:a16="http://schemas.microsoft.com/office/drawing/2014/main" id="{F0518EDA-6E1C-3F03-F790-F0BE7CF6A89D}"/>
              </a:ext>
            </a:extLst>
          </p:cNvPr>
          <p:cNvSpPr txBox="1"/>
          <p:nvPr/>
        </p:nvSpPr>
        <p:spPr>
          <a:xfrm>
            <a:off x="1006625" y="457150"/>
            <a:ext cx="7344895" cy="366984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Inter"/>
                <a:ea typeface="Inter"/>
                <a:cs typeface="Inter"/>
                <a:sym typeface="Inter"/>
              </a:rPr>
              <a:t>About Me</a:t>
            </a:r>
          </a:p>
          <a:p>
            <a:pPr marL="0" lvl="0" indent="0" algn="ctr" rtl="0">
              <a:spcBef>
                <a:spcPts val="0"/>
              </a:spcBef>
              <a:spcAft>
                <a:spcPts val="0"/>
              </a:spcAft>
              <a:buNone/>
            </a:pPr>
            <a:endParaRPr lang="en" sz="2000">
              <a:solidFill>
                <a:schemeClr val="lt1"/>
              </a:solidFill>
              <a:latin typeface="Inter"/>
              <a:ea typeface="Inter"/>
              <a:cs typeface="Inter"/>
              <a:sym typeface="Inter"/>
            </a:endParaRPr>
          </a:p>
          <a:p>
            <a:pPr marL="0" lvl="0" indent="0" algn="ctr" rtl="0">
              <a:spcBef>
                <a:spcPts val="0"/>
              </a:spcBef>
              <a:spcAft>
                <a:spcPts val="0"/>
              </a:spcAft>
              <a:buNone/>
            </a:pPr>
            <a:r>
              <a:rPr lang="en" sz="3000">
                <a:solidFill>
                  <a:schemeClr val="lt1"/>
                </a:solidFill>
                <a:latin typeface="Inter"/>
                <a:ea typeface="Inter"/>
                <a:cs typeface="Inter"/>
                <a:sym typeface="Inter"/>
              </a:rPr>
              <a:t>Development Program</a:t>
            </a:r>
          </a:p>
          <a:p>
            <a:pPr marL="0" lvl="0" indent="0" algn="ctr" rtl="0">
              <a:spcBef>
                <a:spcPts val="0"/>
              </a:spcBef>
              <a:spcAft>
                <a:spcPts val="0"/>
              </a:spcAft>
              <a:buNone/>
            </a:pPr>
            <a:endParaRPr lang="en" sz="2000">
              <a:solidFill>
                <a:schemeClr val="lt1"/>
              </a:solidFill>
              <a:latin typeface="Inter"/>
              <a:ea typeface="Inter"/>
              <a:cs typeface="Inter"/>
              <a:sym typeface="Inter"/>
            </a:endParaRPr>
          </a:p>
          <a:p>
            <a:pPr marL="0" lvl="0" indent="0" algn="ctr" rtl="0">
              <a:spcBef>
                <a:spcPts val="0"/>
              </a:spcBef>
              <a:spcAft>
                <a:spcPts val="0"/>
              </a:spcAft>
              <a:buNone/>
            </a:pPr>
            <a:r>
              <a:rPr lang="en" sz="3000">
                <a:solidFill>
                  <a:schemeClr val="lt1"/>
                </a:solidFill>
                <a:latin typeface="Inter"/>
                <a:ea typeface="Inter"/>
                <a:cs typeface="Inter"/>
                <a:sym typeface="Inter"/>
              </a:rPr>
              <a:t>Business Overview</a:t>
            </a:r>
          </a:p>
          <a:p>
            <a:pPr marL="0" lvl="0" indent="0" algn="ctr" rtl="0">
              <a:spcBef>
                <a:spcPts val="0"/>
              </a:spcBef>
              <a:spcAft>
                <a:spcPts val="0"/>
              </a:spcAft>
              <a:buNone/>
            </a:pPr>
            <a:endParaRPr lang="en" sz="2000">
              <a:solidFill>
                <a:schemeClr val="lt1"/>
              </a:solidFill>
              <a:latin typeface="Inter"/>
              <a:ea typeface="Inter"/>
              <a:cs typeface="Inter"/>
              <a:sym typeface="Inter"/>
            </a:endParaRPr>
          </a:p>
          <a:p>
            <a:pPr marL="0" lvl="0" indent="0" algn="ctr" rtl="0">
              <a:spcBef>
                <a:spcPts val="0"/>
              </a:spcBef>
              <a:spcAft>
                <a:spcPts val="0"/>
              </a:spcAft>
              <a:buNone/>
            </a:pPr>
            <a:r>
              <a:rPr lang="en" sz="3000">
                <a:solidFill>
                  <a:schemeClr val="lt1"/>
                </a:solidFill>
                <a:latin typeface="Inter"/>
                <a:ea typeface="Inter"/>
                <a:cs typeface="Inter"/>
                <a:sym typeface="Inter"/>
              </a:rPr>
              <a:t>Job Desc</a:t>
            </a:r>
          </a:p>
          <a:p>
            <a:pPr marL="0" lvl="0" indent="0" algn="ctr" rtl="0">
              <a:spcBef>
                <a:spcPts val="0"/>
              </a:spcBef>
              <a:spcAft>
                <a:spcPts val="0"/>
              </a:spcAft>
              <a:buNone/>
            </a:pPr>
            <a:endParaRPr lang="en" sz="2000">
              <a:solidFill>
                <a:schemeClr val="lt1"/>
              </a:solidFill>
              <a:latin typeface="Inter"/>
              <a:ea typeface="Inter"/>
              <a:cs typeface="Inter"/>
              <a:sym typeface="Inter"/>
            </a:endParaRPr>
          </a:p>
          <a:p>
            <a:pPr marL="0" lvl="0" indent="0" algn="ctr" rtl="0">
              <a:spcBef>
                <a:spcPts val="0"/>
              </a:spcBef>
              <a:spcAft>
                <a:spcPts val="0"/>
              </a:spcAft>
              <a:buNone/>
            </a:pPr>
            <a:r>
              <a:rPr lang="en" sz="3000">
                <a:solidFill>
                  <a:schemeClr val="lt1"/>
                </a:solidFill>
                <a:latin typeface="Inter"/>
                <a:ea typeface="Inter"/>
                <a:cs typeface="Inter"/>
                <a:sym typeface="Inter"/>
              </a:rPr>
              <a:t>Project Improvement</a:t>
            </a:r>
            <a:endParaRPr sz="3000">
              <a:solidFill>
                <a:schemeClr val="lt1"/>
              </a:solidFill>
              <a:latin typeface="Inter"/>
              <a:ea typeface="Inter"/>
              <a:cs typeface="Inter"/>
              <a:sym typeface="Inter"/>
            </a:endParaRPr>
          </a:p>
        </p:txBody>
      </p:sp>
      <p:sp>
        <p:nvSpPr>
          <p:cNvPr id="3" name="Google Shape;58;p13">
            <a:extLst>
              <a:ext uri="{FF2B5EF4-FFF2-40B4-BE49-F238E27FC236}">
                <a16:creationId xmlns:a16="http://schemas.microsoft.com/office/drawing/2014/main" id="{88DD3E27-8367-7A41-7E59-3FDA071AF0B8}"/>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(02)</a:t>
            </a:r>
            <a:endParaRPr sz="1000">
              <a:solidFill>
                <a:schemeClr val="tx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601E52B-9DAB-EB3C-EF8A-08998871D017}"/>
            </a:ext>
          </a:extLst>
        </p:cNvPr>
        <p:cNvGrpSpPr/>
        <p:nvPr/>
      </p:nvGrpSpPr>
      <p:grpSpPr>
        <a:xfrm>
          <a:off x="0" y="0"/>
          <a:ext cx="0" cy="0"/>
          <a:chOff x="0" y="0"/>
          <a:chExt cx="0" cy="0"/>
        </a:xfrm>
      </p:grpSpPr>
      <p:pic>
        <p:nvPicPr>
          <p:cNvPr id="99" name="Google Shape;99;p18" title="SLIDE PRESENTATION4.jpg">
            <a:extLst>
              <a:ext uri="{FF2B5EF4-FFF2-40B4-BE49-F238E27FC236}">
                <a16:creationId xmlns:a16="http://schemas.microsoft.com/office/drawing/2014/main" id="{C83BFE2D-B01B-7A4C-FBA9-EEC88AFEDB1A}"/>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sp>
        <p:nvSpPr>
          <p:cNvPr id="101" name="Google Shape;101;p18">
            <a:extLst>
              <a:ext uri="{FF2B5EF4-FFF2-40B4-BE49-F238E27FC236}">
                <a16:creationId xmlns:a16="http://schemas.microsoft.com/office/drawing/2014/main" id="{46AF0843-3D34-5D1F-45EC-F2A3FFA27CF9}"/>
              </a:ext>
            </a:extLst>
          </p:cNvPr>
          <p:cNvSpPr txBox="1"/>
          <p:nvPr/>
        </p:nvSpPr>
        <p:spPr>
          <a:xfrm>
            <a:off x="2683171" y="2139171"/>
            <a:ext cx="2415113" cy="218518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latin typeface="Inter"/>
                <a:ea typeface="Inter"/>
                <a:cs typeface="Inter"/>
                <a:sym typeface="Inter"/>
              </a:rPr>
              <a:t>Body text place here. Apit enime conessi magnimu sciliqu atatem fuga. Il magnime nectur ad et la vitis voloren daectotas exeruptaquia perio volori necum quundios que re doluptae doloratque nos dero bernatur am eatem. Ibus, quam, vid modis eria quati odiost, ut faccus, si doluptatecto. </a:t>
            </a:r>
            <a:r>
              <a:rPr lang="en" sz="1000">
                <a:solidFill>
                  <a:schemeClr val="dk1"/>
                </a:solidFill>
                <a:latin typeface="Inter"/>
                <a:ea typeface="Inter"/>
                <a:cs typeface="Inter"/>
                <a:sym typeface="Inter"/>
              </a:rPr>
              <a:t>Apit enime conessi magnimu sciliqu atatem fuga. Il magnime nectur ad et la vitis voloren daectotas exeruptaquia perio volori necum quundios que re doluptae</a:t>
            </a:r>
            <a:endParaRPr sz="1000">
              <a:latin typeface="Inter"/>
              <a:ea typeface="Inter"/>
              <a:cs typeface="Inter"/>
              <a:sym typeface="Inter"/>
            </a:endParaRPr>
          </a:p>
        </p:txBody>
      </p:sp>
      <p:pic>
        <p:nvPicPr>
          <p:cNvPr id="104" name="Google Shape;104;p18" title="LOGO PRIMER - Orange Orange Biru.png">
            <a:extLst>
              <a:ext uri="{FF2B5EF4-FFF2-40B4-BE49-F238E27FC236}">
                <a16:creationId xmlns:a16="http://schemas.microsoft.com/office/drawing/2014/main" id="{68D80106-5BFE-EF71-0098-E7A0FF511C02}"/>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105" name="Google Shape;105;p18">
            <a:extLst>
              <a:ext uri="{FF2B5EF4-FFF2-40B4-BE49-F238E27FC236}">
                <a16:creationId xmlns:a16="http://schemas.microsoft.com/office/drawing/2014/main" id="{E2866C93-FD03-24EB-37EB-C38F2DA01780}"/>
              </a:ext>
            </a:extLst>
          </p:cNvPr>
          <p:cNvSpPr txBox="1"/>
          <p:nvPr/>
        </p:nvSpPr>
        <p:spPr>
          <a:xfrm>
            <a:off x="244625" y="4666594"/>
            <a:ext cx="4528800" cy="2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1"/>
                </a:solidFill>
                <a:latin typeface="Inter"/>
                <a:ea typeface="Inter"/>
                <a:cs typeface="Inter"/>
                <a:sym typeface="Inter"/>
              </a:rPr>
              <a:t>Triatra Sinergia Pratama</a:t>
            </a:r>
            <a:endParaRPr sz="600">
              <a:solidFill>
                <a:schemeClr val="dk1"/>
              </a:solidFill>
              <a:latin typeface="Inter"/>
              <a:ea typeface="Inter"/>
              <a:cs typeface="Inter"/>
              <a:sym typeface="Inter"/>
            </a:endParaRPr>
          </a:p>
          <a:p>
            <a:pPr marL="0" lvl="0" indent="0" algn="l" rtl="0">
              <a:spcBef>
                <a:spcPts val="0"/>
              </a:spcBef>
              <a:spcAft>
                <a:spcPts val="0"/>
              </a:spcAft>
              <a:buNone/>
            </a:pPr>
            <a:endParaRPr sz="800">
              <a:solidFill>
                <a:schemeClr val="dk1"/>
              </a:solidFill>
              <a:latin typeface="Inter"/>
              <a:ea typeface="Inter"/>
              <a:cs typeface="Inter"/>
              <a:sym typeface="Inter"/>
            </a:endParaRPr>
          </a:p>
        </p:txBody>
      </p:sp>
      <p:sp>
        <p:nvSpPr>
          <p:cNvPr id="2" name="Google Shape;75;p15">
            <a:extLst>
              <a:ext uri="{FF2B5EF4-FFF2-40B4-BE49-F238E27FC236}">
                <a16:creationId xmlns:a16="http://schemas.microsoft.com/office/drawing/2014/main" id="{4E3E42DB-0F23-8FBB-3867-80954B32D73B}"/>
              </a:ext>
            </a:extLst>
          </p:cNvPr>
          <p:cNvSpPr txBox="1"/>
          <p:nvPr/>
        </p:nvSpPr>
        <p:spPr>
          <a:xfrm>
            <a:off x="5876544" y="73638"/>
            <a:ext cx="3306465" cy="7188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E55200"/>
                </a:solidFill>
                <a:latin typeface="Arial Black" panose="020B0A04020102020204" pitchFamily="34" charset="0"/>
                <a:ea typeface="Inter"/>
                <a:cs typeface="Inter"/>
                <a:sym typeface="Inter"/>
              </a:rPr>
              <a:t>ABOUT ME</a:t>
            </a:r>
            <a:endParaRPr sz="4000" b="1">
              <a:solidFill>
                <a:srgbClr val="E55200"/>
              </a:solidFill>
              <a:latin typeface="Arial Black" panose="020B0A04020102020204" pitchFamily="34" charset="0"/>
              <a:ea typeface="Inter"/>
              <a:cs typeface="Inter"/>
              <a:sym typeface="Inter"/>
            </a:endParaRPr>
          </a:p>
        </p:txBody>
      </p:sp>
      <p:sp>
        <p:nvSpPr>
          <p:cNvPr id="3" name="Freeform 4">
            <a:extLst>
              <a:ext uri="{FF2B5EF4-FFF2-40B4-BE49-F238E27FC236}">
                <a16:creationId xmlns:a16="http://schemas.microsoft.com/office/drawing/2014/main" id="{A539C747-5546-2C8F-BA01-AE2C5420466E}"/>
              </a:ext>
            </a:extLst>
          </p:cNvPr>
          <p:cNvSpPr/>
          <p:nvPr/>
        </p:nvSpPr>
        <p:spPr>
          <a:xfrm>
            <a:off x="1700771" y="2139171"/>
            <a:ext cx="902369" cy="550947"/>
          </a:xfrm>
          <a:custGeom>
            <a:avLst/>
            <a:gdLst/>
            <a:ahLst/>
            <a:cxnLst/>
            <a:rect l="l" t="t" r="r" b="b"/>
            <a:pathLst>
              <a:path w="1401887" h="735991">
                <a:moveTo>
                  <a:pt x="0" y="0"/>
                </a:moveTo>
                <a:lnTo>
                  <a:pt x="1401888" y="0"/>
                </a:lnTo>
                <a:lnTo>
                  <a:pt x="1401888" y="735991"/>
                </a:lnTo>
                <a:lnTo>
                  <a:pt x="0" y="73599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4" name="Freeform 5">
            <a:extLst>
              <a:ext uri="{FF2B5EF4-FFF2-40B4-BE49-F238E27FC236}">
                <a16:creationId xmlns:a16="http://schemas.microsoft.com/office/drawing/2014/main" id="{226DEA99-28E2-B15D-2322-FCD3925BC966}"/>
              </a:ext>
            </a:extLst>
          </p:cNvPr>
          <p:cNvSpPr/>
          <p:nvPr/>
        </p:nvSpPr>
        <p:spPr>
          <a:xfrm>
            <a:off x="1797524" y="2837383"/>
            <a:ext cx="604191" cy="653893"/>
          </a:xfrm>
          <a:custGeom>
            <a:avLst/>
            <a:gdLst/>
            <a:ahLst/>
            <a:cxnLst/>
            <a:rect l="l" t="t" r="r" b="b"/>
            <a:pathLst>
              <a:path w="1037695" h="1037695">
                <a:moveTo>
                  <a:pt x="0" y="0"/>
                </a:moveTo>
                <a:lnTo>
                  <a:pt x="1037694" y="0"/>
                </a:lnTo>
                <a:lnTo>
                  <a:pt x="1037694" y="1037695"/>
                </a:lnTo>
                <a:lnTo>
                  <a:pt x="0" y="103769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5" name="Freeform 6">
            <a:extLst>
              <a:ext uri="{FF2B5EF4-FFF2-40B4-BE49-F238E27FC236}">
                <a16:creationId xmlns:a16="http://schemas.microsoft.com/office/drawing/2014/main" id="{4D62AC4E-3453-75C2-E563-78B7B8E6773C}"/>
              </a:ext>
            </a:extLst>
          </p:cNvPr>
          <p:cNvSpPr/>
          <p:nvPr/>
        </p:nvSpPr>
        <p:spPr>
          <a:xfrm>
            <a:off x="1791819" y="3638541"/>
            <a:ext cx="720272" cy="550947"/>
          </a:xfrm>
          <a:custGeom>
            <a:avLst/>
            <a:gdLst/>
            <a:ahLst/>
            <a:cxnLst/>
            <a:rect l="l" t="t" r="r" b="b"/>
            <a:pathLst>
              <a:path w="1219791" h="785102">
                <a:moveTo>
                  <a:pt x="0" y="0"/>
                </a:moveTo>
                <a:lnTo>
                  <a:pt x="1219791" y="0"/>
                </a:lnTo>
                <a:lnTo>
                  <a:pt x="1219791" y="785101"/>
                </a:lnTo>
                <a:lnTo>
                  <a:pt x="0" y="7851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pic>
        <p:nvPicPr>
          <p:cNvPr id="1026" name="Picture 2">
            <a:extLst>
              <a:ext uri="{FF2B5EF4-FFF2-40B4-BE49-F238E27FC236}">
                <a16:creationId xmlns:a16="http://schemas.microsoft.com/office/drawing/2014/main" id="{5DA12535-9F72-E002-B68B-AB25D381EF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2315" y="1079621"/>
            <a:ext cx="2917657" cy="4063879"/>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75;p15">
            <a:extLst>
              <a:ext uri="{FF2B5EF4-FFF2-40B4-BE49-F238E27FC236}">
                <a16:creationId xmlns:a16="http://schemas.microsoft.com/office/drawing/2014/main" id="{9A0C6821-081B-F29B-0E70-52399A13FDCB}"/>
              </a:ext>
            </a:extLst>
          </p:cNvPr>
          <p:cNvSpPr txBox="1"/>
          <p:nvPr/>
        </p:nvSpPr>
        <p:spPr>
          <a:xfrm>
            <a:off x="1541162" y="1314114"/>
            <a:ext cx="3306465" cy="71884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000" b="1">
                <a:solidFill>
                  <a:srgbClr val="E55200"/>
                </a:solidFill>
                <a:latin typeface="Arial Black" panose="020B0A04020102020204" pitchFamily="34" charset="0"/>
                <a:ea typeface="Inter"/>
                <a:cs typeface="Inter"/>
                <a:sym typeface="Inter"/>
              </a:rPr>
              <a:t>NAMA</a:t>
            </a:r>
            <a:endParaRPr sz="4000" b="1">
              <a:solidFill>
                <a:srgbClr val="E55200"/>
              </a:solidFill>
              <a:latin typeface="Arial Black" panose="020B0A04020102020204" pitchFamily="34" charset="0"/>
              <a:ea typeface="Inter"/>
              <a:cs typeface="Inter"/>
              <a:sym typeface="Inter"/>
            </a:endParaRPr>
          </a:p>
        </p:txBody>
      </p:sp>
      <p:sp>
        <p:nvSpPr>
          <p:cNvPr id="7" name="Google Shape;58;p13">
            <a:extLst>
              <a:ext uri="{FF2B5EF4-FFF2-40B4-BE49-F238E27FC236}">
                <a16:creationId xmlns:a16="http://schemas.microsoft.com/office/drawing/2014/main" id="{24FD2715-56D3-FB7A-29A9-A0E1B230453D}"/>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(03)</a:t>
            </a:r>
            <a:endParaRPr sz="1000">
              <a:solidFill>
                <a:schemeClr val="tx1"/>
              </a:solidFill>
              <a:latin typeface="Inter"/>
              <a:ea typeface="Inter"/>
              <a:cs typeface="Inter"/>
              <a:sym typeface="Inter"/>
            </a:endParaRPr>
          </a:p>
        </p:txBody>
      </p:sp>
    </p:spTree>
    <p:extLst>
      <p:ext uri="{BB962C8B-B14F-4D97-AF65-F5344CB8AC3E}">
        <p14:creationId xmlns:p14="http://schemas.microsoft.com/office/powerpoint/2010/main" val="301969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6" title="SLIDE PRESENTATION5.jpg"/>
          <p:cNvPicPr preferRelativeResize="0"/>
          <p:nvPr/>
        </p:nvPicPr>
        <p:blipFill rotWithShape="1">
          <a:blip r:embed="rId3">
            <a:alphaModFix/>
          </a:blip>
          <a:srcRect/>
          <a:stretch/>
        </p:blipFill>
        <p:spPr>
          <a:xfrm>
            <a:off x="-93353" y="0"/>
            <a:ext cx="9237353" cy="5143500"/>
          </a:xfrm>
          <a:prstGeom prst="rect">
            <a:avLst/>
          </a:prstGeom>
          <a:noFill/>
          <a:ln>
            <a:noFill/>
          </a:ln>
        </p:spPr>
      </p:pic>
      <p:pic>
        <p:nvPicPr>
          <p:cNvPr id="83" name="Google Shape;83;p16" title="LOGO PRIMER - Monokrom Putih.png"/>
          <p:cNvPicPr preferRelativeResize="0"/>
          <p:nvPr/>
        </p:nvPicPr>
        <p:blipFill rotWithShape="1">
          <a:blip r:embed="rId4">
            <a:alphaModFix/>
          </a:blip>
          <a:srcRect b="10"/>
          <a:stretch/>
        </p:blipFill>
        <p:spPr>
          <a:xfrm>
            <a:off x="244625" y="254625"/>
            <a:ext cx="1324677" cy="503824"/>
          </a:xfrm>
          <a:prstGeom prst="rect">
            <a:avLst/>
          </a:prstGeom>
          <a:noFill/>
          <a:ln>
            <a:noFill/>
          </a:ln>
        </p:spPr>
      </p:pic>
      <p:grpSp>
        <p:nvGrpSpPr>
          <p:cNvPr id="21" name="Group 20">
            <a:extLst>
              <a:ext uri="{FF2B5EF4-FFF2-40B4-BE49-F238E27FC236}">
                <a16:creationId xmlns:a16="http://schemas.microsoft.com/office/drawing/2014/main" id="{8F1DD1AA-A23C-3330-255C-A080C22CA918}"/>
              </a:ext>
            </a:extLst>
          </p:cNvPr>
          <p:cNvGrpSpPr/>
          <p:nvPr/>
        </p:nvGrpSpPr>
        <p:grpSpPr>
          <a:xfrm>
            <a:off x="-93353" y="1963742"/>
            <a:ext cx="8541643" cy="3051249"/>
            <a:chOff x="-80550" y="283243"/>
            <a:chExt cx="22406246" cy="8031028"/>
          </a:xfrm>
        </p:grpSpPr>
        <p:sp>
          <p:nvSpPr>
            <p:cNvPr id="22" name="Freeform 4">
              <a:extLst>
                <a:ext uri="{FF2B5EF4-FFF2-40B4-BE49-F238E27FC236}">
                  <a16:creationId xmlns:a16="http://schemas.microsoft.com/office/drawing/2014/main" id="{CEB033AA-C470-CD1B-2263-DD64AB09F7CC}"/>
                </a:ext>
              </a:extLst>
            </p:cNvPr>
            <p:cNvSpPr/>
            <p:nvPr/>
          </p:nvSpPr>
          <p:spPr>
            <a:xfrm rot="2512558">
              <a:off x="2215821" y="658260"/>
              <a:ext cx="3398198" cy="3300162"/>
            </a:xfrm>
            <a:custGeom>
              <a:avLst/>
              <a:gdLst/>
              <a:ahLst/>
              <a:cxnLst/>
              <a:rect l="l" t="t" r="r" b="b"/>
              <a:pathLst>
                <a:path w="4072545" h="3666988">
                  <a:moveTo>
                    <a:pt x="0" y="0"/>
                  </a:moveTo>
                  <a:lnTo>
                    <a:pt x="4072546" y="0"/>
                  </a:lnTo>
                  <a:lnTo>
                    <a:pt x="4072546"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23" name="Freeform 5">
              <a:extLst>
                <a:ext uri="{FF2B5EF4-FFF2-40B4-BE49-F238E27FC236}">
                  <a16:creationId xmlns:a16="http://schemas.microsoft.com/office/drawing/2014/main" id="{80EECBF7-4059-5556-3790-F7966EF8FE67}"/>
                </a:ext>
              </a:extLst>
            </p:cNvPr>
            <p:cNvSpPr/>
            <p:nvPr/>
          </p:nvSpPr>
          <p:spPr>
            <a:xfrm rot="2512558">
              <a:off x="6527858" y="283243"/>
              <a:ext cx="4013467" cy="3791304"/>
            </a:xfrm>
            <a:custGeom>
              <a:avLst/>
              <a:gdLst/>
              <a:ahLst/>
              <a:cxnLst/>
              <a:rect l="l" t="t" r="r" b="b"/>
              <a:pathLst>
                <a:path w="4072545" h="3666988">
                  <a:moveTo>
                    <a:pt x="0" y="0"/>
                  </a:moveTo>
                  <a:lnTo>
                    <a:pt x="4072545" y="0"/>
                  </a:lnTo>
                  <a:lnTo>
                    <a:pt x="4072545"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24" name="Freeform 6">
              <a:extLst>
                <a:ext uri="{FF2B5EF4-FFF2-40B4-BE49-F238E27FC236}">
                  <a16:creationId xmlns:a16="http://schemas.microsoft.com/office/drawing/2014/main" id="{2C47B35B-3BF5-A535-EC5D-DCAC98E5DF50}"/>
                </a:ext>
              </a:extLst>
            </p:cNvPr>
            <p:cNvSpPr/>
            <p:nvPr/>
          </p:nvSpPr>
          <p:spPr>
            <a:xfrm rot="2512558">
              <a:off x="11278133" y="686448"/>
              <a:ext cx="3651274" cy="3039171"/>
            </a:xfrm>
            <a:custGeom>
              <a:avLst/>
              <a:gdLst/>
              <a:ahLst/>
              <a:cxnLst/>
              <a:rect l="l" t="t" r="r" b="b"/>
              <a:pathLst>
                <a:path w="4072545" h="3666988">
                  <a:moveTo>
                    <a:pt x="0" y="0"/>
                  </a:moveTo>
                  <a:lnTo>
                    <a:pt x="4072545" y="0"/>
                  </a:lnTo>
                  <a:lnTo>
                    <a:pt x="4072545"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25" name="Freeform 7">
              <a:extLst>
                <a:ext uri="{FF2B5EF4-FFF2-40B4-BE49-F238E27FC236}">
                  <a16:creationId xmlns:a16="http://schemas.microsoft.com/office/drawing/2014/main" id="{2D9307C6-E9F2-B17C-AFA9-7C985FCA03FB}"/>
                </a:ext>
              </a:extLst>
            </p:cNvPr>
            <p:cNvSpPr/>
            <p:nvPr/>
          </p:nvSpPr>
          <p:spPr>
            <a:xfrm rot="2512558">
              <a:off x="15591059" y="522730"/>
              <a:ext cx="4103116" cy="3632773"/>
            </a:xfrm>
            <a:custGeom>
              <a:avLst/>
              <a:gdLst/>
              <a:ahLst/>
              <a:cxnLst/>
              <a:rect l="l" t="t" r="r" b="b"/>
              <a:pathLst>
                <a:path w="4072545" h="3666988">
                  <a:moveTo>
                    <a:pt x="0" y="0"/>
                  </a:moveTo>
                  <a:lnTo>
                    <a:pt x="4072546" y="0"/>
                  </a:lnTo>
                  <a:lnTo>
                    <a:pt x="4072546"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26" name="TextBox 8">
              <a:extLst>
                <a:ext uri="{FF2B5EF4-FFF2-40B4-BE49-F238E27FC236}">
                  <a16:creationId xmlns:a16="http://schemas.microsoft.com/office/drawing/2014/main" id="{7A47B0A2-EA39-4AEE-4247-6AA998E67C07}"/>
                </a:ext>
              </a:extLst>
            </p:cNvPr>
            <p:cNvSpPr txBox="1"/>
            <p:nvPr/>
          </p:nvSpPr>
          <p:spPr>
            <a:xfrm>
              <a:off x="874751" y="896231"/>
              <a:ext cx="2260214" cy="186383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575">
                  <a:solidFill>
                    <a:srgbClr val="EEEEEE"/>
                  </a:solidFill>
                  <a:latin typeface="Impact"/>
                  <a:ea typeface="Impact"/>
                  <a:cs typeface="Impact"/>
                  <a:sym typeface="Impact"/>
                </a:rPr>
                <a:t>NEDP</a:t>
              </a:r>
            </a:p>
          </p:txBody>
        </p:sp>
        <p:sp>
          <p:nvSpPr>
            <p:cNvPr id="27" name="TextBox 9">
              <a:extLst>
                <a:ext uri="{FF2B5EF4-FFF2-40B4-BE49-F238E27FC236}">
                  <a16:creationId xmlns:a16="http://schemas.microsoft.com/office/drawing/2014/main" id="{3FF93176-C9D1-5DB1-2808-76968820CC1B}"/>
                </a:ext>
              </a:extLst>
            </p:cNvPr>
            <p:cNvSpPr txBox="1"/>
            <p:nvPr/>
          </p:nvSpPr>
          <p:spPr>
            <a:xfrm>
              <a:off x="3712690" y="816311"/>
              <a:ext cx="4860134" cy="186383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359">
                  <a:solidFill>
                    <a:srgbClr val="EEEEEE"/>
                  </a:solidFill>
                  <a:latin typeface="Impact"/>
                  <a:ea typeface="Impact"/>
                  <a:cs typeface="Impact"/>
                  <a:sym typeface="Impact"/>
                </a:rPr>
                <a:t>PEMBEKALAN 1</a:t>
              </a:r>
            </a:p>
          </p:txBody>
        </p:sp>
        <p:sp>
          <p:nvSpPr>
            <p:cNvPr id="28" name="TextBox 10">
              <a:extLst>
                <a:ext uri="{FF2B5EF4-FFF2-40B4-BE49-F238E27FC236}">
                  <a16:creationId xmlns:a16="http://schemas.microsoft.com/office/drawing/2014/main" id="{0DB5EE6E-076B-9931-6AC4-DF714F5EFBBC}"/>
                </a:ext>
              </a:extLst>
            </p:cNvPr>
            <p:cNvSpPr txBox="1"/>
            <p:nvPr/>
          </p:nvSpPr>
          <p:spPr>
            <a:xfrm>
              <a:off x="8444792" y="526786"/>
              <a:ext cx="5312039" cy="2228061"/>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spc="359">
                  <a:solidFill>
                    <a:srgbClr val="EEEEEE"/>
                  </a:solidFill>
                  <a:latin typeface="Impact"/>
                  <a:ea typeface="Impact"/>
                  <a:cs typeface="Impact"/>
                  <a:sym typeface="Impact"/>
                </a:rPr>
                <a:t>DEVELOPMENT REVIEW</a:t>
              </a:r>
            </a:p>
          </p:txBody>
        </p:sp>
        <p:sp>
          <p:nvSpPr>
            <p:cNvPr id="29" name="TextBox 11">
              <a:extLst>
                <a:ext uri="{FF2B5EF4-FFF2-40B4-BE49-F238E27FC236}">
                  <a16:creationId xmlns:a16="http://schemas.microsoft.com/office/drawing/2014/main" id="{264948B6-1ADE-9215-1538-C4D3C3A2FFC4}"/>
                </a:ext>
              </a:extLst>
            </p:cNvPr>
            <p:cNvSpPr txBox="1"/>
            <p:nvPr/>
          </p:nvSpPr>
          <p:spPr>
            <a:xfrm>
              <a:off x="14129661" y="743720"/>
              <a:ext cx="2370878" cy="186383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575">
                  <a:solidFill>
                    <a:srgbClr val="EEEEEE"/>
                  </a:solidFill>
                  <a:latin typeface="Impact"/>
                  <a:ea typeface="Impact"/>
                  <a:cs typeface="Impact"/>
                  <a:sym typeface="Impact"/>
                </a:rPr>
                <a:t>OJT 1</a:t>
              </a:r>
            </a:p>
          </p:txBody>
        </p:sp>
        <p:sp>
          <p:nvSpPr>
            <p:cNvPr id="30" name="TextBox 12">
              <a:extLst>
                <a:ext uri="{FF2B5EF4-FFF2-40B4-BE49-F238E27FC236}">
                  <a16:creationId xmlns:a16="http://schemas.microsoft.com/office/drawing/2014/main" id="{E97AA34A-C025-ABB8-5DE7-92025EB6E57A}"/>
                </a:ext>
              </a:extLst>
            </p:cNvPr>
            <p:cNvSpPr txBox="1"/>
            <p:nvPr/>
          </p:nvSpPr>
          <p:spPr>
            <a:xfrm>
              <a:off x="18488941" y="816311"/>
              <a:ext cx="3672288" cy="222806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spc="575">
                  <a:solidFill>
                    <a:srgbClr val="EEEEEE"/>
                  </a:solidFill>
                  <a:latin typeface="Impact"/>
                  <a:ea typeface="Impact"/>
                  <a:cs typeface="Impact"/>
                  <a:sym typeface="Impact"/>
                </a:rPr>
                <a:t>MID REVIEW</a:t>
              </a:r>
            </a:p>
          </p:txBody>
        </p:sp>
        <p:sp>
          <p:nvSpPr>
            <p:cNvPr id="31" name="Freeform 13">
              <a:extLst>
                <a:ext uri="{FF2B5EF4-FFF2-40B4-BE49-F238E27FC236}">
                  <a16:creationId xmlns:a16="http://schemas.microsoft.com/office/drawing/2014/main" id="{EF695718-7717-3618-C872-4F7AC775DE5D}"/>
                </a:ext>
              </a:extLst>
            </p:cNvPr>
            <p:cNvSpPr/>
            <p:nvPr/>
          </p:nvSpPr>
          <p:spPr>
            <a:xfrm rot="2512558">
              <a:off x="2241951" y="4623945"/>
              <a:ext cx="3787501" cy="3406944"/>
            </a:xfrm>
            <a:custGeom>
              <a:avLst/>
              <a:gdLst/>
              <a:ahLst/>
              <a:cxnLst/>
              <a:rect l="l" t="t" r="r" b="b"/>
              <a:pathLst>
                <a:path w="4072545" h="3666988">
                  <a:moveTo>
                    <a:pt x="0" y="0"/>
                  </a:moveTo>
                  <a:lnTo>
                    <a:pt x="4072546" y="0"/>
                  </a:lnTo>
                  <a:lnTo>
                    <a:pt x="4072546"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32" name="Freeform 14">
              <a:extLst>
                <a:ext uri="{FF2B5EF4-FFF2-40B4-BE49-F238E27FC236}">
                  <a16:creationId xmlns:a16="http://schemas.microsoft.com/office/drawing/2014/main" id="{CE28F604-BAE2-CE73-05C2-0C93132B8D12}"/>
                </a:ext>
              </a:extLst>
            </p:cNvPr>
            <p:cNvSpPr/>
            <p:nvPr/>
          </p:nvSpPr>
          <p:spPr>
            <a:xfrm rot="2512558">
              <a:off x="6768695" y="4700106"/>
              <a:ext cx="3976011" cy="3534701"/>
            </a:xfrm>
            <a:custGeom>
              <a:avLst/>
              <a:gdLst/>
              <a:ahLst/>
              <a:cxnLst/>
              <a:rect l="l" t="t" r="r" b="b"/>
              <a:pathLst>
                <a:path w="4072545" h="3666988">
                  <a:moveTo>
                    <a:pt x="0" y="0"/>
                  </a:moveTo>
                  <a:lnTo>
                    <a:pt x="4072545" y="0"/>
                  </a:lnTo>
                  <a:lnTo>
                    <a:pt x="4072545"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33" name="Freeform 15">
              <a:extLst>
                <a:ext uri="{FF2B5EF4-FFF2-40B4-BE49-F238E27FC236}">
                  <a16:creationId xmlns:a16="http://schemas.microsoft.com/office/drawing/2014/main" id="{ED9A679B-FD12-963B-96D2-611A3FFD0616}"/>
                </a:ext>
              </a:extLst>
            </p:cNvPr>
            <p:cNvSpPr/>
            <p:nvPr/>
          </p:nvSpPr>
          <p:spPr>
            <a:xfrm rot="2512558">
              <a:off x="11560996" y="4682226"/>
              <a:ext cx="3820094" cy="3576521"/>
            </a:xfrm>
            <a:custGeom>
              <a:avLst/>
              <a:gdLst/>
              <a:ahLst/>
              <a:cxnLst/>
              <a:rect l="l" t="t" r="r" b="b"/>
              <a:pathLst>
                <a:path w="4072545" h="3666988">
                  <a:moveTo>
                    <a:pt x="0" y="0"/>
                  </a:moveTo>
                  <a:lnTo>
                    <a:pt x="4072545" y="0"/>
                  </a:lnTo>
                  <a:lnTo>
                    <a:pt x="4072545"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34" name="Freeform 16">
              <a:extLst>
                <a:ext uri="{FF2B5EF4-FFF2-40B4-BE49-F238E27FC236}">
                  <a16:creationId xmlns:a16="http://schemas.microsoft.com/office/drawing/2014/main" id="{0609A2E1-2FED-047B-0E0B-CE6B8A228AFE}"/>
                </a:ext>
              </a:extLst>
            </p:cNvPr>
            <p:cNvSpPr/>
            <p:nvPr/>
          </p:nvSpPr>
          <p:spPr>
            <a:xfrm rot="2512558">
              <a:off x="16262709" y="4523609"/>
              <a:ext cx="4022729" cy="3790662"/>
            </a:xfrm>
            <a:custGeom>
              <a:avLst/>
              <a:gdLst/>
              <a:ahLst/>
              <a:cxnLst/>
              <a:rect l="l" t="t" r="r" b="b"/>
              <a:pathLst>
                <a:path w="4072545" h="3666988">
                  <a:moveTo>
                    <a:pt x="0" y="0"/>
                  </a:moveTo>
                  <a:lnTo>
                    <a:pt x="4072546" y="0"/>
                  </a:lnTo>
                  <a:lnTo>
                    <a:pt x="4072546" y="3666987"/>
                  </a:lnTo>
                  <a:lnTo>
                    <a:pt x="0" y="366698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500"/>
            </a:p>
          </p:txBody>
        </p:sp>
        <p:sp>
          <p:nvSpPr>
            <p:cNvPr id="35" name="TextBox 17">
              <a:extLst>
                <a:ext uri="{FF2B5EF4-FFF2-40B4-BE49-F238E27FC236}">
                  <a16:creationId xmlns:a16="http://schemas.microsoft.com/office/drawing/2014/main" id="{2F9E6C11-8E41-71C0-E099-77DA657A38FB}"/>
                </a:ext>
              </a:extLst>
            </p:cNvPr>
            <p:cNvSpPr txBox="1"/>
            <p:nvPr/>
          </p:nvSpPr>
          <p:spPr>
            <a:xfrm>
              <a:off x="13103771" y="4997769"/>
              <a:ext cx="4674893" cy="101648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359">
                  <a:solidFill>
                    <a:srgbClr val="EEEEEE"/>
                  </a:solidFill>
                  <a:latin typeface="Impact"/>
                  <a:ea typeface="Impact"/>
                  <a:cs typeface="Impact"/>
                  <a:sym typeface="Impact"/>
                </a:rPr>
                <a:t>PEMBEKALAN 2</a:t>
              </a:r>
            </a:p>
          </p:txBody>
        </p:sp>
        <p:sp>
          <p:nvSpPr>
            <p:cNvPr id="36" name="TextBox 18">
              <a:extLst>
                <a:ext uri="{FF2B5EF4-FFF2-40B4-BE49-F238E27FC236}">
                  <a16:creationId xmlns:a16="http://schemas.microsoft.com/office/drawing/2014/main" id="{720A8299-BE45-5963-8F63-EAA53300331D}"/>
                </a:ext>
              </a:extLst>
            </p:cNvPr>
            <p:cNvSpPr txBox="1"/>
            <p:nvPr/>
          </p:nvSpPr>
          <p:spPr>
            <a:xfrm>
              <a:off x="3689906" y="4862453"/>
              <a:ext cx="5633447" cy="121512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spc="339">
                  <a:solidFill>
                    <a:srgbClr val="EEEEEE"/>
                  </a:solidFill>
                  <a:latin typeface="Impact"/>
                  <a:ea typeface="Impact"/>
                  <a:cs typeface="Impact"/>
                  <a:sym typeface="Impact"/>
                </a:rPr>
                <a:t>REINFORCEMENT DEVELOPMENT</a:t>
              </a:r>
            </a:p>
          </p:txBody>
        </p:sp>
        <p:sp>
          <p:nvSpPr>
            <p:cNvPr id="37" name="TextBox 19">
              <a:extLst>
                <a:ext uri="{FF2B5EF4-FFF2-40B4-BE49-F238E27FC236}">
                  <a16:creationId xmlns:a16="http://schemas.microsoft.com/office/drawing/2014/main" id="{382536B4-9F33-66E3-59C9-EC8E3440AA03}"/>
                </a:ext>
              </a:extLst>
            </p:cNvPr>
            <p:cNvSpPr txBox="1"/>
            <p:nvPr/>
          </p:nvSpPr>
          <p:spPr>
            <a:xfrm>
              <a:off x="10172260" y="4997769"/>
              <a:ext cx="2303027" cy="101648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575">
                  <a:solidFill>
                    <a:srgbClr val="EEEEEE"/>
                  </a:solidFill>
                  <a:latin typeface="Impact"/>
                  <a:ea typeface="Impact"/>
                  <a:cs typeface="Impact"/>
                  <a:sym typeface="Impact"/>
                </a:rPr>
                <a:t>OJT 2</a:t>
              </a:r>
            </a:p>
          </p:txBody>
        </p:sp>
        <p:sp>
          <p:nvSpPr>
            <p:cNvPr id="38" name="TextBox 20">
              <a:extLst>
                <a:ext uri="{FF2B5EF4-FFF2-40B4-BE49-F238E27FC236}">
                  <a16:creationId xmlns:a16="http://schemas.microsoft.com/office/drawing/2014/main" id="{486886C7-0080-09C9-3F6E-3D52B48605F3}"/>
                </a:ext>
              </a:extLst>
            </p:cNvPr>
            <p:cNvSpPr txBox="1"/>
            <p:nvPr/>
          </p:nvSpPr>
          <p:spPr>
            <a:xfrm>
              <a:off x="17962848" y="4859676"/>
              <a:ext cx="4362848" cy="186383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599"/>
                </a:lnSpc>
              </a:pPr>
              <a:r>
                <a:rPr lang="en-US" sz="1500" spc="575">
                  <a:solidFill>
                    <a:srgbClr val="EEEEEE"/>
                  </a:solidFill>
                  <a:latin typeface="Impact"/>
                  <a:ea typeface="Impact"/>
                  <a:cs typeface="Impact"/>
                  <a:sym typeface="Impact"/>
                </a:rPr>
                <a:t>EVALUASI 1</a:t>
              </a:r>
            </a:p>
          </p:txBody>
        </p:sp>
        <p:sp>
          <p:nvSpPr>
            <p:cNvPr id="39" name="TextBox 21">
              <a:extLst>
                <a:ext uri="{FF2B5EF4-FFF2-40B4-BE49-F238E27FC236}">
                  <a16:creationId xmlns:a16="http://schemas.microsoft.com/office/drawing/2014/main" id="{B002B536-E8D9-8AF7-9858-FDE165315092}"/>
                </a:ext>
              </a:extLst>
            </p:cNvPr>
            <p:cNvSpPr txBox="1"/>
            <p:nvPr/>
          </p:nvSpPr>
          <p:spPr>
            <a:xfrm>
              <a:off x="-80550" y="4862455"/>
              <a:ext cx="3848666" cy="121512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spc="359">
                  <a:solidFill>
                    <a:srgbClr val="EEEEEE"/>
                  </a:solidFill>
                  <a:latin typeface="Impact"/>
                  <a:ea typeface="Impact"/>
                  <a:cs typeface="Impact"/>
                  <a:sym typeface="Impact"/>
                </a:rPr>
                <a:t>FINAL </a:t>
              </a:r>
            </a:p>
            <a:p>
              <a:pPr algn="ctr"/>
              <a:r>
                <a:rPr lang="en-US" sz="1500" spc="359">
                  <a:solidFill>
                    <a:srgbClr val="EEEEEE"/>
                  </a:solidFill>
                  <a:latin typeface="Impact"/>
                  <a:ea typeface="Impact"/>
                  <a:cs typeface="Impact"/>
                  <a:sym typeface="Impact"/>
                </a:rPr>
                <a:t>REVIEW</a:t>
              </a:r>
            </a:p>
          </p:txBody>
        </p:sp>
      </p:grpSp>
      <p:sp>
        <p:nvSpPr>
          <p:cNvPr id="40" name="Freeform 22">
            <a:extLst>
              <a:ext uri="{FF2B5EF4-FFF2-40B4-BE49-F238E27FC236}">
                <a16:creationId xmlns:a16="http://schemas.microsoft.com/office/drawing/2014/main" id="{3CBE4E74-CFEF-89C3-BE32-DC4A2951CEDD}"/>
              </a:ext>
            </a:extLst>
          </p:cNvPr>
          <p:cNvSpPr/>
          <p:nvPr/>
        </p:nvSpPr>
        <p:spPr>
          <a:xfrm rot="11175029" flipH="1">
            <a:off x="7688830" y="2781551"/>
            <a:ext cx="1198217" cy="1540097"/>
          </a:xfrm>
          <a:custGeom>
            <a:avLst/>
            <a:gdLst/>
            <a:ahLst/>
            <a:cxnLst/>
            <a:rect l="l" t="t" r="r" b="b"/>
            <a:pathLst>
              <a:path w="2083901" h="2794057">
                <a:moveTo>
                  <a:pt x="2083901" y="0"/>
                </a:moveTo>
                <a:lnTo>
                  <a:pt x="0" y="0"/>
                </a:lnTo>
                <a:lnTo>
                  <a:pt x="0" y="2794056"/>
                </a:lnTo>
                <a:lnTo>
                  <a:pt x="2083901" y="2794056"/>
                </a:lnTo>
                <a:lnTo>
                  <a:pt x="2083901"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41" name="Google Shape;75;p15">
            <a:extLst>
              <a:ext uri="{FF2B5EF4-FFF2-40B4-BE49-F238E27FC236}">
                <a16:creationId xmlns:a16="http://schemas.microsoft.com/office/drawing/2014/main" id="{B3C49CA2-E362-D93C-C531-1D80C292D342}"/>
              </a:ext>
            </a:extLst>
          </p:cNvPr>
          <p:cNvSpPr txBox="1"/>
          <p:nvPr/>
        </p:nvSpPr>
        <p:spPr>
          <a:xfrm>
            <a:off x="149606" y="925562"/>
            <a:ext cx="5805146" cy="56848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E55200"/>
                </a:solidFill>
                <a:latin typeface="Arial Black" panose="020B0A04020102020204" pitchFamily="34" charset="0"/>
                <a:ea typeface="Inter"/>
                <a:cs typeface="Inter"/>
                <a:sym typeface="Inter"/>
              </a:rPr>
              <a:t>DEVELOPMENT PROGRAM</a:t>
            </a:r>
            <a:endParaRPr sz="3000" b="1">
              <a:solidFill>
                <a:srgbClr val="E55200"/>
              </a:solidFill>
              <a:latin typeface="Arial Black" panose="020B0A04020102020204" pitchFamily="34" charset="0"/>
              <a:ea typeface="Inter"/>
              <a:cs typeface="Inter"/>
              <a:sym typeface="Inter"/>
            </a:endParaRPr>
          </a:p>
        </p:txBody>
      </p:sp>
      <p:sp>
        <p:nvSpPr>
          <p:cNvPr id="42" name="Google Shape;58;p13">
            <a:extLst>
              <a:ext uri="{FF2B5EF4-FFF2-40B4-BE49-F238E27FC236}">
                <a16:creationId xmlns:a16="http://schemas.microsoft.com/office/drawing/2014/main" id="{2301A05D-4491-DD0C-37B8-01384360E910}"/>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bg1"/>
                </a:solidFill>
                <a:latin typeface="Inter"/>
                <a:ea typeface="Inter"/>
                <a:cs typeface="Inter"/>
                <a:sym typeface="Inter"/>
              </a:rPr>
              <a:t>(04)</a:t>
            </a:r>
            <a:endParaRPr sz="1000">
              <a:solidFill>
                <a:schemeClr val="bg1"/>
              </a:solidFill>
              <a:latin typeface="Inter"/>
              <a:ea typeface="Inter"/>
              <a:cs typeface="Inter"/>
              <a:sym typeface="Inter"/>
            </a:endParaRPr>
          </a:p>
        </p:txBody>
      </p:sp>
    </p:spTree>
    <p:extLst>
      <p:ext uri="{BB962C8B-B14F-4D97-AF65-F5344CB8AC3E}">
        <p14:creationId xmlns:p14="http://schemas.microsoft.com/office/powerpoint/2010/main" val="269747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a:extLst>
            <a:ext uri="{FF2B5EF4-FFF2-40B4-BE49-F238E27FC236}">
              <a16:creationId xmlns:a16="http://schemas.microsoft.com/office/drawing/2014/main" id="{B9A2BF60-C56F-1730-C7C6-D1C06FAB46C1}"/>
            </a:ext>
          </a:extLst>
        </p:cNvPr>
        <p:cNvGrpSpPr/>
        <p:nvPr/>
      </p:nvGrpSpPr>
      <p:grpSpPr>
        <a:xfrm>
          <a:off x="0" y="0"/>
          <a:ext cx="0" cy="0"/>
          <a:chOff x="0" y="0"/>
          <a:chExt cx="0" cy="0"/>
        </a:xfrm>
      </p:grpSpPr>
      <p:pic>
        <p:nvPicPr>
          <p:cNvPr id="104" name="Google Shape;104;p18" title="LOGO PRIMER - Orange Orange Biru.png">
            <a:extLst>
              <a:ext uri="{FF2B5EF4-FFF2-40B4-BE49-F238E27FC236}">
                <a16:creationId xmlns:a16="http://schemas.microsoft.com/office/drawing/2014/main" id="{99FBDCF4-868E-863A-5C34-C23E6B0CE869}"/>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2" name="Google Shape;75;p15">
            <a:extLst>
              <a:ext uri="{FF2B5EF4-FFF2-40B4-BE49-F238E27FC236}">
                <a16:creationId xmlns:a16="http://schemas.microsoft.com/office/drawing/2014/main" id="{D46C83ED-E811-E1B4-1B2D-2062D1F45935}"/>
              </a:ext>
            </a:extLst>
          </p:cNvPr>
          <p:cNvSpPr txBox="1"/>
          <p:nvPr/>
        </p:nvSpPr>
        <p:spPr>
          <a:xfrm>
            <a:off x="4298010" y="84447"/>
            <a:ext cx="4845990" cy="539020"/>
          </a:xfrm>
          <a:prstGeom prst="rect">
            <a:avLst/>
          </a:prstGeom>
          <a:noFill/>
          <a:ln>
            <a:noFill/>
          </a:ln>
        </p:spPr>
        <p:txBody>
          <a:bodyPr spcFirstLastPara="1" wrap="square" lIns="91425" tIns="91425" rIns="91425" bIns="91425" anchor="t" anchorCtr="0">
            <a:noAutofit/>
          </a:bodyPr>
          <a:lstStyle/>
          <a:p>
            <a:pPr algn="r"/>
            <a:r>
              <a:rPr lang="en" sz="3000" b="1">
                <a:solidFill>
                  <a:srgbClr val="E55200"/>
                </a:solidFill>
                <a:latin typeface="Arial Black"/>
                <a:ea typeface="Inter"/>
                <a:sym typeface="Inter"/>
              </a:rPr>
              <a:t>BUSINESS OVERVIEW</a:t>
            </a:r>
            <a:endParaRPr lang="id-ID"/>
          </a:p>
        </p:txBody>
      </p:sp>
      <p:sp>
        <p:nvSpPr>
          <p:cNvPr id="28" name="Google Shape;58;p13">
            <a:extLst>
              <a:ext uri="{FF2B5EF4-FFF2-40B4-BE49-F238E27FC236}">
                <a16:creationId xmlns:a16="http://schemas.microsoft.com/office/drawing/2014/main" id="{A3C0E595-6F00-22DE-7DE5-7645F0EE5AE3}"/>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(05)</a:t>
            </a:r>
            <a:endParaRPr sz="1000">
              <a:solidFill>
                <a:schemeClr val="tx1"/>
              </a:solidFill>
              <a:latin typeface="Inter"/>
              <a:ea typeface="Inter"/>
              <a:cs typeface="Inter"/>
              <a:sym typeface="Inter"/>
            </a:endParaRPr>
          </a:p>
        </p:txBody>
      </p:sp>
      <p:grpSp>
        <p:nvGrpSpPr>
          <p:cNvPr id="4" name="Grup 3">
            <a:extLst>
              <a:ext uri="{FF2B5EF4-FFF2-40B4-BE49-F238E27FC236}">
                <a16:creationId xmlns:a16="http://schemas.microsoft.com/office/drawing/2014/main" id="{76B5DE1E-8C61-4210-9A3E-AF63D6F51A08}"/>
              </a:ext>
            </a:extLst>
          </p:cNvPr>
          <p:cNvGrpSpPr/>
          <p:nvPr/>
        </p:nvGrpSpPr>
        <p:grpSpPr>
          <a:xfrm>
            <a:off x="403525" y="696522"/>
            <a:ext cx="8094735" cy="4088199"/>
            <a:chOff x="403525" y="892975"/>
            <a:chExt cx="8094735" cy="4088199"/>
          </a:xfrm>
        </p:grpSpPr>
        <p:cxnSp>
          <p:nvCxnSpPr>
            <p:cNvPr id="91" name="Konektor Panah Lurus 90">
              <a:extLst>
                <a:ext uri="{FF2B5EF4-FFF2-40B4-BE49-F238E27FC236}">
                  <a16:creationId xmlns:a16="http://schemas.microsoft.com/office/drawing/2014/main" id="{E03A34D4-76D2-DA10-D9F4-3301A57D7AB4}"/>
                </a:ext>
              </a:extLst>
            </p:cNvPr>
            <p:cNvCxnSpPr/>
            <p:nvPr/>
          </p:nvCxnSpPr>
          <p:spPr>
            <a:xfrm>
              <a:off x="3570203" y="4737271"/>
              <a:ext cx="524784" cy="4278"/>
            </a:xfrm>
            <a:prstGeom prst="straightConnector1">
              <a:avLst/>
            </a:prstGeom>
            <a:ln>
              <a:solidFill>
                <a:srgbClr val="E55200"/>
              </a:solidFill>
            </a:ln>
          </p:spPr>
          <p:style>
            <a:lnRef idx="2">
              <a:schemeClr val="accent4"/>
            </a:lnRef>
            <a:fillRef idx="0">
              <a:schemeClr val="accent4"/>
            </a:fillRef>
            <a:effectRef idx="1">
              <a:schemeClr val="accent4"/>
            </a:effectRef>
            <a:fontRef idx="minor">
              <a:schemeClr val="tx1"/>
            </a:fontRef>
          </p:style>
        </p:cxnSp>
        <p:grpSp>
          <p:nvGrpSpPr>
            <p:cNvPr id="3" name="Grup 2">
              <a:extLst>
                <a:ext uri="{FF2B5EF4-FFF2-40B4-BE49-F238E27FC236}">
                  <a16:creationId xmlns:a16="http://schemas.microsoft.com/office/drawing/2014/main" id="{A3749A96-F4B0-9FCD-E7B5-7BC6709F159D}"/>
                </a:ext>
              </a:extLst>
            </p:cNvPr>
            <p:cNvGrpSpPr/>
            <p:nvPr/>
          </p:nvGrpSpPr>
          <p:grpSpPr>
            <a:xfrm>
              <a:off x="403525" y="892975"/>
              <a:ext cx="8094735" cy="4088199"/>
              <a:chOff x="403525" y="892975"/>
              <a:chExt cx="8094735" cy="4088199"/>
            </a:xfrm>
          </p:grpSpPr>
          <p:grpSp>
            <p:nvGrpSpPr>
              <p:cNvPr id="18" name="Grup 17">
                <a:extLst>
                  <a:ext uri="{FF2B5EF4-FFF2-40B4-BE49-F238E27FC236}">
                    <a16:creationId xmlns:a16="http://schemas.microsoft.com/office/drawing/2014/main" id="{2DAB74C0-0FA1-8A92-0566-80AEB41680D8}"/>
                  </a:ext>
                </a:extLst>
              </p:cNvPr>
              <p:cNvGrpSpPr/>
              <p:nvPr/>
            </p:nvGrpSpPr>
            <p:grpSpPr>
              <a:xfrm>
                <a:off x="403525" y="2073481"/>
                <a:ext cx="507021" cy="1872504"/>
                <a:chOff x="1452580" y="1674214"/>
                <a:chExt cx="593137" cy="1872504"/>
              </a:xfrm>
            </p:grpSpPr>
            <p:sp>
              <p:nvSpPr>
                <p:cNvPr id="8" name="Persegi Panjang 7">
                  <a:extLst>
                    <a:ext uri="{FF2B5EF4-FFF2-40B4-BE49-F238E27FC236}">
                      <a16:creationId xmlns:a16="http://schemas.microsoft.com/office/drawing/2014/main" id="{88853E24-4970-094A-376B-A4674A1E999D}"/>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Google Shape;101;p18">
                  <a:extLst>
                    <a:ext uri="{FF2B5EF4-FFF2-40B4-BE49-F238E27FC236}">
                      <a16:creationId xmlns:a16="http://schemas.microsoft.com/office/drawing/2014/main" id="{2EB73A61-0601-38FA-0203-DC7E1FDCCE68}"/>
                    </a:ext>
                  </a:extLst>
                </p:cNvPr>
                <p:cNvSpPr txBox="1"/>
                <p:nvPr/>
              </p:nvSpPr>
              <p:spPr>
                <a:xfrm rot="16200000">
                  <a:off x="831377" y="2385281"/>
                  <a:ext cx="1872158" cy="450028"/>
                </a:xfrm>
                <a:prstGeom prst="rect">
                  <a:avLst/>
                </a:prstGeom>
                <a:noFill/>
                <a:ln>
                  <a:noFill/>
                </a:ln>
              </p:spPr>
              <p:txBody>
                <a:bodyPr spcFirstLastPara="1" wrap="square" lIns="91425" tIns="91425" rIns="91425" bIns="91425" anchor="ctr" anchorCtr="0">
                  <a:spAutoFit/>
                </a:bodyPr>
                <a:lstStyle/>
                <a:p>
                  <a:pPr algn="ctr"/>
                  <a:r>
                    <a:rPr lang="en-US" sz="1300">
                      <a:solidFill>
                        <a:schemeClr val="bg1"/>
                      </a:solidFill>
                      <a:latin typeface="Inter"/>
                      <a:ea typeface="Inter"/>
                    </a:rPr>
                    <a:t>TRIATRA BUSINESS</a:t>
                  </a:r>
                  <a:endParaRPr lang="id-ID" sz="1300">
                    <a:solidFill>
                      <a:schemeClr val="bg1"/>
                    </a:solidFill>
                    <a:latin typeface="Inter"/>
                  </a:endParaRPr>
                </a:p>
              </p:txBody>
            </p:sp>
          </p:grpSp>
          <p:grpSp>
            <p:nvGrpSpPr>
              <p:cNvPr id="33" name="Grup 32">
                <a:extLst>
                  <a:ext uri="{FF2B5EF4-FFF2-40B4-BE49-F238E27FC236}">
                    <a16:creationId xmlns:a16="http://schemas.microsoft.com/office/drawing/2014/main" id="{413E3CB8-2941-B1AD-1414-C5742ACAE92C}"/>
                  </a:ext>
                </a:extLst>
              </p:cNvPr>
              <p:cNvGrpSpPr/>
              <p:nvPr/>
            </p:nvGrpSpPr>
            <p:grpSpPr>
              <a:xfrm rot="5400000">
                <a:off x="7367213" y="151519"/>
                <a:ext cx="389590" cy="1872504"/>
                <a:chOff x="1452580" y="1674214"/>
                <a:chExt cx="593137" cy="1872504"/>
              </a:xfrm>
            </p:grpSpPr>
            <p:sp>
              <p:nvSpPr>
                <p:cNvPr id="34" name="Persegi Panjang 33">
                  <a:extLst>
                    <a:ext uri="{FF2B5EF4-FFF2-40B4-BE49-F238E27FC236}">
                      <a16:creationId xmlns:a16="http://schemas.microsoft.com/office/drawing/2014/main" id="{81E2A099-E657-C2E7-6051-F90AB2FC0FCC}"/>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5" name="Google Shape;101;p18">
                  <a:extLst>
                    <a:ext uri="{FF2B5EF4-FFF2-40B4-BE49-F238E27FC236}">
                      <a16:creationId xmlns:a16="http://schemas.microsoft.com/office/drawing/2014/main" id="{AC353307-8C6D-A71D-ADAC-85592FA66EB5}"/>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Vendor Hold Stock</a:t>
                  </a:r>
                  <a:endParaRPr lang="id-ID"/>
                </a:p>
              </p:txBody>
            </p:sp>
          </p:grpSp>
          <p:grpSp>
            <p:nvGrpSpPr>
              <p:cNvPr id="39" name="Grup 38">
                <a:extLst>
                  <a:ext uri="{FF2B5EF4-FFF2-40B4-BE49-F238E27FC236}">
                    <a16:creationId xmlns:a16="http://schemas.microsoft.com/office/drawing/2014/main" id="{58D3878A-67D9-C774-F30A-7263D8EE7534}"/>
                  </a:ext>
                </a:extLst>
              </p:cNvPr>
              <p:cNvGrpSpPr/>
              <p:nvPr/>
            </p:nvGrpSpPr>
            <p:grpSpPr>
              <a:xfrm rot="5400000">
                <a:off x="7367212" y="723018"/>
                <a:ext cx="389590" cy="1872504"/>
                <a:chOff x="1452580" y="1674214"/>
                <a:chExt cx="593137" cy="1872504"/>
              </a:xfrm>
            </p:grpSpPr>
            <p:sp>
              <p:nvSpPr>
                <p:cNvPr id="40" name="Persegi Panjang 39">
                  <a:extLst>
                    <a:ext uri="{FF2B5EF4-FFF2-40B4-BE49-F238E27FC236}">
                      <a16:creationId xmlns:a16="http://schemas.microsoft.com/office/drawing/2014/main" id="{02E0BB39-1489-93C2-0B58-D29ABE670AB2}"/>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1" name="Google Shape;101;p18">
                  <a:extLst>
                    <a:ext uri="{FF2B5EF4-FFF2-40B4-BE49-F238E27FC236}">
                      <a16:creationId xmlns:a16="http://schemas.microsoft.com/office/drawing/2014/main" id="{21FBE706-56BC-0F9E-D6ED-FE429AA17E1B}"/>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Fix Price</a:t>
                  </a:r>
                  <a:endParaRPr lang="id-ID">
                    <a:solidFill>
                      <a:schemeClr val="bg1"/>
                    </a:solidFill>
                  </a:endParaRPr>
                </a:p>
              </p:txBody>
            </p:sp>
          </p:grpSp>
          <p:grpSp>
            <p:nvGrpSpPr>
              <p:cNvPr id="42" name="Grup 41">
                <a:extLst>
                  <a:ext uri="{FF2B5EF4-FFF2-40B4-BE49-F238E27FC236}">
                    <a16:creationId xmlns:a16="http://schemas.microsoft.com/office/drawing/2014/main" id="{21530B24-7E2F-289A-CA1D-2B2C7F07296F}"/>
                  </a:ext>
                </a:extLst>
              </p:cNvPr>
              <p:cNvGrpSpPr/>
              <p:nvPr/>
            </p:nvGrpSpPr>
            <p:grpSpPr>
              <a:xfrm rot="5400000">
                <a:off x="7367213" y="1271032"/>
                <a:ext cx="389590" cy="1872504"/>
                <a:chOff x="1452580" y="1674214"/>
                <a:chExt cx="593137" cy="1872504"/>
              </a:xfrm>
            </p:grpSpPr>
            <p:sp>
              <p:nvSpPr>
                <p:cNvPr id="43" name="Persegi Panjang 42">
                  <a:extLst>
                    <a:ext uri="{FF2B5EF4-FFF2-40B4-BE49-F238E27FC236}">
                      <a16:creationId xmlns:a16="http://schemas.microsoft.com/office/drawing/2014/main" id="{5CFF98A3-E822-8BCA-EBCF-8434CF6F74EC}"/>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4" name="Google Shape;101;p18">
                  <a:extLst>
                    <a:ext uri="{FF2B5EF4-FFF2-40B4-BE49-F238E27FC236}">
                      <a16:creationId xmlns:a16="http://schemas.microsoft.com/office/drawing/2014/main" id="{71E0F998-3440-5BA2-293D-DA854C269436}"/>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Flat Rate</a:t>
                  </a:r>
                  <a:endParaRPr lang="id-ID"/>
                </a:p>
              </p:txBody>
            </p:sp>
          </p:grpSp>
          <p:grpSp>
            <p:nvGrpSpPr>
              <p:cNvPr id="45" name="Grup 44">
                <a:extLst>
                  <a:ext uri="{FF2B5EF4-FFF2-40B4-BE49-F238E27FC236}">
                    <a16:creationId xmlns:a16="http://schemas.microsoft.com/office/drawing/2014/main" id="{DBB150C1-62AA-9755-205C-19C00A0700C2}"/>
                  </a:ext>
                </a:extLst>
              </p:cNvPr>
              <p:cNvGrpSpPr/>
              <p:nvPr/>
            </p:nvGrpSpPr>
            <p:grpSpPr>
              <a:xfrm rot="5400000">
                <a:off x="7367213" y="1811217"/>
                <a:ext cx="389590" cy="1872504"/>
                <a:chOff x="1452580" y="1674214"/>
                <a:chExt cx="593137" cy="1872504"/>
              </a:xfrm>
            </p:grpSpPr>
            <p:sp>
              <p:nvSpPr>
                <p:cNvPr id="46" name="Persegi Panjang 45">
                  <a:extLst>
                    <a:ext uri="{FF2B5EF4-FFF2-40B4-BE49-F238E27FC236}">
                      <a16:creationId xmlns:a16="http://schemas.microsoft.com/office/drawing/2014/main" id="{24DB2A92-3273-72BD-4693-F952BA0524ED}"/>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Google Shape;101;p18">
                  <a:extLst>
                    <a:ext uri="{FF2B5EF4-FFF2-40B4-BE49-F238E27FC236}">
                      <a16:creationId xmlns:a16="http://schemas.microsoft.com/office/drawing/2014/main" id="{1320B5C0-92B1-0245-8691-504951F88163}"/>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Contract</a:t>
                  </a:r>
                  <a:endParaRPr lang="id-ID"/>
                </a:p>
              </p:txBody>
            </p:sp>
          </p:grpSp>
          <p:grpSp>
            <p:nvGrpSpPr>
              <p:cNvPr id="48" name="Grup 47">
                <a:extLst>
                  <a:ext uri="{FF2B5EF4-FFF2-40B4-BE49-F238E27FC236}">
                    <a16:creationId xmlns:a16="http://schemas.microsoft.com/office/drawing/2014/main" id="{96B267E6-2227-04E1-44DD-49967F55C1A3}"/>
                  </a:ext>
                </a:extLst>
              </p:cNvPr>
              <p:cNvGrpSpPr/>
              <p:nvPr/>
            </p:nvGrpSpPr>
            <p:grpSpPr>
              <a:xfrm rot="5400000">
                <a:off x="7367213" y="2367060"/>
                <a:ext cx="389590" cy="1872504"/>
                <a:chOff x="1452580" y="1674214"/>
                <a:chExt cx="593137" cy="1872504"/>
              </a:xfrm>
            </p:grpSpPr>
            <p:sp>
              <p:nvSpPr>
                <p:cNvPr id="49" name="Persegi Panjang 48">
                  <a:extLst>
                    <a:ext uri="{FF2B5EF4-FFF2-40B4-BE49-F238E27FC236}">
                      <a16:creationId xmlns:a16="http://schemas.microsoft.com/office/drawing/2014/main" id="{8B6490EF-1EFB-7078-4979-0FB84A13C908}"/>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0" name="Google Shape;101;p18">
                  <a:extLst>
                    <a:ext uri="{FF2B5EF4-FFF2-40B4-BE49-F238E27FC236}">
                      <a16:creationId xmlns:a16="http://schemas.microsoft.com/office/drawing/2014/main" id="{C74501CF-A9BF-0375-B936-BBB743B2A6AF}"/>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Non Contract</a:t>
                  </a:r>
                  <a:endParaRPr lang="id-ID">
                    <a:solidFill>
                      <a:schemeClr val="bg1"/>
                    </a:solidFill>
                  </a:endParaRPr>
                </a:p>
              </p:txBody>
            </p:sp>
          </p:grpSp>
          <p:grpSp>
            <p:nvGrpSpPr>
              <p:cNvPr id="51" name="Grup 50">
                <a:extLst>
                  <a:ext uri="{FF2B5EF4-FFF2-40B4-BE49-F238E27FC236}">
                    <a16:creationId xmlns:a16="http://schemas.microsoft.com/office/drawing/2014/main" id="{080EA516-BB5A-97E0-D4F8-67DFA52A43A8}"/>
                  </a:ext>
                </a:extLst>
              </p:cNvPr>
              <p:cNvGrpSpPr/>
              <p:nvPr/>
            </p:nvGrpSpPr>
            <p:grpSpPr>
              <a:xfrm rot="5400000">
                <a:off x="7367212" y="2946388"/>
                <a:ext cx="389590" cy="1872504"/>
                <a:chOff x="1452580" y="1674214"/>
                <a:chExt cx="593137" cy="1872504"/>
              </a:xfrm>
            </p:grpSpPr>
            <p:sp>
              <p:nvSpPr>
                <p:cNvPr id="52" name="Persegi Panjang 51">
                  <a:extLst>
                    <a:ext uri="{FF2B5EF4-FFF2-40B4-BE49-F238E27FC236}">
                      <a16:creationId xmlns:a16="http://schemas.microsoft.com/office/drawing/2014/main" id="{7E122BDA-A24C-7BD0-AA56-93F6FD507AC5}"/>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Google Shape;101;p18">
                  <a:extLst>
                    <a:ext uri="{FF2B5EF4-FFF2-40B4-BE49-F238E27FC236}">
                      <a16:creationId xmlns:a16="http://schemas.microsoft.com/office/drawing/2014/main" id="{0AD017E4-B147-3E3D-AC3F-4C3BC02FD8D3}"/>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Ordinary</a:t>
                  </a:r>
                  <a:endParaRPr lang="id-ID"/>
                </a:p>
              </p:txBody>
            </p:sp>
          </p:grpSp>
          <p:grpSp>
            <p:nvGrpSpPr>
              <p:cNvPr id="54" name="Grup 53">
                <a:extLst>
                  <a:ext uri="{FF2B5EF4-FFF2-40B4-BE49-F238E27FC236}">
                    <a16:creationId xmlns:a16="http://schemas.microsoft.com/office/drawing/2014/main" id="{D922F09E-8DAA-263D-46E3-A74C0FEB9E56}"/>
                  </a:ext>
                </a:extLst>
              </p:cNvPr>
              <p:cNvGrpSpPr/>
              <p:nvPr/>
            </p:nvGrpSpPr>
            <p:grpSpPr>
              <a:xfrm rot="5400000">
                <a:off x="7367212" y="3517888"/>
                <a:ext cx="389590" cy="1872504"/>
                <a:chOff x="1452580" y="1674214"/>
                <a:chExt cx="593137" cy="1872504"/>
              </a:xfrm>
            </p:grpSpPr>
            <p:sp>
              <p:nvSpPr>
                <p:cNvPr id="55" name="Persegi Panjang 54">
                  <a:extLst>
                    <a:ext uri="{FF2B5EF4-FFF2-40B4-BE49-F238E27FC236}">
                      <a16:creationId xmlns:a16="http://schemas.microsoft.com/office/drawing/2014/main" id="{14C6D7A3-0649-DBAF-792F-394B07001B0A}"/>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Google Shape;101;p18">
                  <a:extLst>
                    <a:ext uri="{FF2B5EF4-FFF2-40B4-BE49-F238E27FC236}">
                      <a16:creationId xmlns:a16="http://schemas.microsoft.com/office/drawing/2014/main" id="{8CC5A2FF-DFA0-0EBB-15F0-9EEC5D1E27B6}"/>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Switching</a:t>
                  </a:r>
                  <a:endParaRPr lang="id-ID"/>
                </a:p>
              </p:txBody>
            </p:sp>
          </p:grpSp>
          <p:grpSp>
            <p:nvGrpSpPr>
              <p:cNvPr id="57" name="Grup 56">
                <a:extLst>
                  <a:ext uri="{FF2B5EF4-FFF2-40B4-BE49-F238E27FC236}">
                    <a16:creationId xmlns:a16="http://schemas.microsoft.com/office/drawing/2014/main" id="{6C770474-8033-721A-5C6D-3283340D3D4E}"/>
                  </a:ext>
                </a:extLst>
              </p:cNvPr>
              <p:cNvGrpSpPr/>
              <p:nvPr/>
            </p:nvGrpSpPr>
            <p:grpSpPr>
              <a:xfrm rot="5400000">
                <a:off x="4846349" y="151518"/>
                <a:ext cx="389590" cy="1872504"/>
                <a:chOff x="1452580" y="1674214"/>
                <a:chExt cx="593137" cy="1872504"/>
              </a:xfrm>
            </p:grpSpPr>
            <p:sp>
              <p:nvSpPr>
                <p:cNvPr id="58" name="Persegi Panjang 57">
                  <a:extLst>
                    <a:ext uri="{FF2B5EF4-FFF2-40B4-BE49-F238E27FC236}">
                      <a16:creationId xmlns:a16="http://schemas.microsoft.com/office/drawing/2014/main" id="{4FC92FEB-002F-F87E-E858-268C528996E2}"/>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9" name="Google Shape;101;p18">
                  <a:extLst>
                    <a:ext uri="{FF2B5EF4-FFF2-40B4-BE49-F238E27FC236}">
                      <a16:creationId xmlns:a16="http://schemas.microsoft.com/office/drawing/2014/main" id="{486A6DA4-1662-0258-B6AF-54ECA1A6A232}"/>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Contract Hold Stock</a:t>
                  </a:r>
                  <a:endParaRPr lang="id-ID"/>
                </a:p>
              </p:txBody>
            </p:sp>
          </p:grpSp>
          <p:grpSp>
            <p:nvGrpSpPr>
              <p:cNvPr id="60" name="Grup 59">
                <a:extLst>
                  <a:ext uri="{FF2B5EF4-FFF2-40B4-BE49-F238E27FC236}">
                    <a16:creationId xmlns:a16="http://schemas.microsoft.com/office/drawing/2014/main" id="{8B330B9F-E4DC-4A72-1562-23119EB1877D}"/>
                  </a:ext>
                </a:extLst>
              </p:cNvPr>
              <p:cNvGrpSpPr/>
              <p:nvPr/>
            </p:nvGrpSpPr>
            <p:grpSpPr>
              <a:xfrm rot="5400000">
                <a:off x="4701260" y="977733"/>
                <a:ext cx="656279" cy="1864676"/>
                <a:chOff x="1369187" y="1674214"/>
                <a:chExt cx="796538" cy="1872504"/>
              </a:xfrm>
            </p:grpSpPr>
            <p:sp>
              <p:nvSpPr>
                <p:cNvPr id="61" name="Persegi Panjang 60">
                  <a:extLst>
                    <a:ext uri="{FF2B5EF4-FFF2-40B4-BE49-F238E27FC236}">
                      <a16:creationId xmlns:a16="http://schemas.microsoft.com/office/drawing/2014/main" id="{28C3CD02-BBFA-59FB-C64B-BAF9BA4933FF}"/>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2" name="Google Shape;101;p18">
                  <a:extLst>
                    <a:ext uri="{FF2B5EF4-FFF2-40B4-BE49-F238E27FC236}">
                      <a16:creationId xmlns:a16="http://schemas.microsoft.com/office/drawing/2014/main" id="{2CD80C8B-EAA6-4975-2E76-323AFFCDF67B}"/>
                    </a:ext>
                  </a:extLst>
                </p:cNvPr>
                <p:cNvSpPr txBox="1"/>
                <p:nvPr/>
              </p:nvSpPr>
              <p:spPr>
                <a:xfrm rot="16200000">
                  <a:off x="831377" y="2212025"/>
                  <a:ext cx="1872158" cy="796538"/>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Non Contract (Direct Supply)</a:t>
                  </a:r>
                  <a:endParaRPr lang="id-ID"/>
                </a:p>
              </p:txBody>
            </p:sp>
          </p:grpSp>
          <p:grpSp>
            <p:nvGrpSpPr>
              <p:cNvPr id="63" name="Grup 62">
                <a:extLst>
                  <a:ext uri="{FF2B5EF4-FFF2-40B4-BE49-F238E27FC236}">
                    <a16:creationId xmlns:a16="http://schemas.microsoft.com/office/drawing/2014/main" id="{E035E095-9961-5388-2D2F-3287F9678930}"/>
                  </a:ext>
                </a:extLst>
              </p:cNvPr>
              <p:cNvGrpSpPr/>
              <p:nvPr/>
            </p:nvGrpSpPr>
            <p:grpSpPr>
              <a:xfrm rot="5400000">
                <a:off x="4838520" y="2069565"/>
                <a:ext cx="389590" cy="1872504"/>
                <a:chOff x="1452580" y="1674214"/>
                <a:chExt cx="593137" cy="1872504"/>
              </a:xfrm>
            </p:grpSpPr>
            <p:sp>
              <p:nvSpPr>
                <p:cNvPr id="64" name="Persegi Panjang 63">
                  <a:extLst>
                    <a:ext uri="{FF2B5EF4-FFF2-40B4-BE49-F238E27FC236}">
                      <a16:creationId xmlns:a16="http://schemas.microsoft.com/office/drawing/2014/main" id="{E8AABC1A-940D-55C4-189E-38E067398CAF}"/>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5" name="Google Shape;101;p18">
                  <a:extLst>
                    <a:ext uri="{FF2B5EF4-FFF2-40B4-BE49-F238E27FC236}">
                      <a16:creationId xmlns:a16="http://schemas.microsoft.com/office/drawing/2014/main" id="{068103B9-3D77-27FF-9EF4-A4B8A4EDCC87}"/>
                    </a:ext>
                  </a:extLst>
                </p:cNvPr>
                <p:cNvSpPr txBox="1"/>
                <p:nvPr/>
              </p:nvSpPr>
              <p:spPr>
                <a:xfrm rot="16200000">
                  <a:off x="831376"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Service</a:t>
                  </a:r>
                  <a:endParaRPr lang="id-ID" err="1"/>
                </a:p>
              </p:txBody>
            </p:sp>
          </p:grpSp>
          <p:grpSp>
            <p:nvGrpSpPr>
              <p:cNvPr id="66" name="Grup 65">
                <a:extLst>
                  <a:ext uri="{FF2B5EF4-FFF2-40B4-BE49-F238E27FC236}">
                    <a16:creationId xmlns:a16="http://schemas.microsoft.com/office/drawing/2014/main" id="{F4D7EAD2-10F1-8F07-D69C-C5CFC11B958D}"/>
                  </a:ext>
                </a:extLst>
              </p:cNvPr>
              <p:cNvGrpSpPr/>
              <p:nvPr/>
            </p:nvGrpSpPr>
            <p:grpSpPr>
              <a:xfrm rot="5400000">
                <a:off x="4838520" y="3204736"/>
                <a:ext cx="389590" cy="1872504"/>
                <a:chOff x="1452580" y="1674214"/>
                <a:chExt cx="593137" cy="1872504"/>
              </a:xfrm>
            </p:grpSpPr>
            <p:sp>
              <p:nvSpPr>
                <p:cNvPr id="67" name="Persegi Panjang 66">
                  <a:extLst>
                    <a:ext uri="{FF2B5EF4-FFF2-40B4-BE49-F238E27FC236}">
                      <a16:creationId xmlns:a16="http://schemas.microsoft.com/office/drawing/2014/main" id="{7EF4E222-C576-C640-ACA7-59645A9E1D50}"/>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8" name="Google Shape;101;p18">
                  <a:extLst>
                    <a:ext uri="{FF2B5EF4-FFF2-40B4-BE49-F238E27FC236}">
                      <a16:creationId xmlns:a16="http://schemas.microsoft.com/office/drawing/2014/main" id="{F45C3A89-FC6E-6D6C-4390-24B9CFA971DD}"/>
                    </a:ext>
                  </a:extLst>
                </p:cNvPr>
                <p:cNvSpPr txBox="1"/>
                <p:nvPr/>
              </p:nvSpPr>
              <p:spPr>
                <a:xfrm rot="16200000">
                  <a:off x="831375"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Remanufacturing</a:t>
                  </a:r>
                  <a:endParaRPr lang="id-ID">
                    <a:solidFill>
                      <a:schemeClr val="bg1"/>
                    </a:solidFill>
                  </a:endParaRPr>
                </a:p>
              </p:txBody>
            </p:sp>
          </p:grpSp>
          <p:grpSp>
            <p:nvGrpSpPr>
              <p:cNvPr id="69" name="Grup 68">
                <a:extLst>
                  <a:ext uri="{FF2B5EF4-FFF2-40B4-BE49-F238E27FC236}">
                    <a16:creationId xmlns:a16="http://schemas.microsoft.com/office/drawing/2014/main" id="{39DAF5CB-602A-4B31-94A1-372087DF4CBF}"/>
                  </a:ext>
                </a:extLst>
              </p:cNvPr>
              <p:cNvGrpSpPr/>
              <p:nvPr/>
            </p:nvGrpSpPr>
            <p:grpSpPr>
              <a:xfrm rot="5400000">
                <a:off x="4838519" y="3799721"/>
                <a:ext cx="389590" cy="1872504"/>
                <a:chOff x="1452580" y="1674214"/>
                <a:chExt cx="593137" cy="1872504"/>
              </a:xfrm>
            </p:grpSpPr>
            <p:sp>
              <p:nvSpPr>
                <p:cNvPr id="70" name="Persegi Panjang 69">
                  <a:extLst>
                    <a:ext uri="{FF2B5EF4-FFF2-40B4-BE49-F238E27FC236}">
                      <a16:creationId xmlns:a16="http://schemas.microsoft.com/office/drawing/2014/main" id="{B3A7FE33-1884-CC7B-99BE-E9749CE6FA3E}"/>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1" name="Google Shape;101;p18">
                  <a:extLst>
                    <a:ext uri="{FF2B5EF4-FFF2-40B4-BE49-F238E27FC236}">
                      <a16:creationId xmlns:a16="http://schemas.microsoft.com/office/drawing/2014/main" id="{BD31D4AF-1DB8-EC13-8F61-B49ECC396F14}"/>
                    </a:ext>
                  </a:extLst>
                </p:cNvPr>
                <p:cNvSpPr txBox="1"/>
                <p:nvPr/>
              </p:nvSpPr>
              <p:spPr>
                <a:xfrm rot="16200000">
                  <a:off x="831375" y="2340884"/>
                  <a:ext cx="1872158" cy="538820"/>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Remanufacturing</a:t>
                  </a:r>
                  <a:endParaRPr lang="id-ID">
                    <a:solidFill>
                      <a:schemeClr val="bg1"/>
                    </a:solidFill>
                  </a:endParaRPr>
                </a:p>
              </p:txBody>
            </p:sp>
          </p:grpSp>
          <p:grpSp>
            <p:nvGrpSpPr>
              <p:cNvPr id="72" name="Grup 71">
                <a:extLst>
                  <a:ext uri="{FF2B5EF4-FFF2-40B4-BE49-F238E27FC236}">
                    <a16:creationId xmlns:a16="http://schemas.microsoft.com/office/drawing/2014/main" id="{85560A5A-7A9A-CB25-C410-6A5656421D1F}"/>
                  </a:ext>
                </a:extLst>
              </p:cNvPr>
              <p:cNvGrpSpPr/>
              <p:nvPr/>
            </p:nvGrpSpPr>
            <p:grpSpPr>
              <a:xfrm rot="5400000">
                <a:off x="2373793" y="516408"/>
                <a:ext cx="488694" cy="1864676"/>
                <a:chOff x="1452580" y="1674214"/>
                <a:chExt cx="593137" cy="1872504"/>
              </a:xfrm>
            </p:grpSpPr>
            <p:sp>
              <p:nvSpPr>
                <p:cNvPr id="73" name="Persegi Panjang 72">
                  <a:extLst>
                    <a:ext uri="{FF2B5EF4-FFF2-40B4-BE49-F238E27FC236}">
                      <a16:creationId xmlns:a16="http://schemas.microsoft.com/office/drawing/2014/main" id="{74E427B4-0C5B-0113-CE3B-74C482DF1D6A}"/>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4" name="Google Shape;101;p18">
                  <a:extLst>
                    <a:ext uri="{FF2B5EF4-FFF2-40B4-BE49-F238E27FC236}">
                      <a16:creationId xmlns:a16="http://schemas.microsoft.com/office/drawing/2014/main" id="{BADC2AC7-3675-89F4-BA62-40DDBA2CC5C3}"/>
                    </a:ext>
                  </a:extLst>
                </p:cNvPr>
                <p:cNvSpPr txBox="1"/>
                <p:nvPr/>
              </p:nvSpPr>
              <p:spPr>
                <a:xfrm rot="16200000">
                  <a:off x="831378" y="2395519"/>
                  <a:ext cx="1872158" cy="429551"/>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Parts</a:t>
                  </a:r>
                  <a:endParaRPr lang="id-ID"/>
                </a:p>
              </p:txBody>
            </p:sp>
          </p:grpSp>
          <p:grpSp>
            <p:nvGrpSpPr>
              <p:cNvPr id="75" name="Grup 74">
                <a:extLst>
                  <a:ext uri="{FF2B5EF4-FFF2-40B4-BE49-F238E27FC236}">
                    <a16:creationId xmlns:a16="http://schemas.microsoft.com/office/drawing/2014/main" id="{FBEA7DF7-F974-459C-1B10-FB1A1F405403}"/>
                  </a:ext>
                </a:extLst>
              </p:cNvPr>
              <p:cNvGrpSpPr/>
              <p:nvPr/>
            </p:nvGrpSpPr>
            <p:grpSpPr>
              <a:xfrm rot="5400000">
                <a:off x="2373792" y="2614517"/>
                <a:ext cx="488694" cy="1864676"/>
                <a:chOff x="1452580" y="1674214"/>
                <a:chExt cx="593137" cy="1872504"/>
              </a:xfrm>
            </p:grpSpPr>
            <p:sp>
              <p:nvSpPr>
                <p:cNvPr id="76" name="Persegi Panjang 75">
                  <a:extLst>
                    <a:ext uri="{FF2B5EF4-FFF2-40B4-BE49-F238E27FC236}">
                      <a16:creationId xmlns:a16="http://schemas.microsoft.com/office/drawing/2014/main" id="{CB2D0DE8-4D4E-20D8-6318-78AAB7150211}"/>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7" name="Google Shape;101;p18">
                  <a:extLst>
                    <a:ext uri="{FF2B5EF4-FFF2-40B4-BE49-F238E27FC236}">
                      <a16:creationId xmlns:a16="http://schemas.microsoft.com/office/drawing/2014/main" id="{ACB179AD-8BB0-9EF5-B48B-CC0C2511B1C3}"/>
                    </a:ext>
                  </a:extLst>
                </p:cNvPr>
                <p:cNvSpPr txBox="1"/>
                <p:nvPr/>
              </p:nvSpPr>
              <p:spPr>
                <a:xfrm rot="16200000">
                  <a:off x="831378" y="2395519"/>
                  <a:ext cx="1872158" cy="429551"/>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Service &amp; Reman</a:t>
                  </a:r>
                  <a:endParaRPr lang="id-ID"/>
                </a:p>
              </p:txBody>
            </p:sp>
          </p:grpSp>
          <p:grpSp>
            <p:nvGrpSpPr>
              <p:cNvPr id="78" name="Grup 77">
                <a:extLst>
                  <a:ext uri="{FF2B5EF4-FFF2-40B4-BE49-F238E27FC236}">
                    <a16:creationId xmlns:a16="http://schemas.microsoft.com/office/drawing/2014/main" id="{874DFE5B-5F97-4F44-9677-F355A29FD6DB}"/>
                  </a:ext>
                </a:extLst>
              </p:cNvPr>
              <p:cNvGrpSpPr/>
              <p:nvPr/>
            </p:nvGrpSpPr>
            <p:grpSpPr>
              <a:xfrm rot="5400000">
                <a:off x="2373791" y="3804489"/>
                <a:ext cx="488694" cy="1864676"/>
                <a:chOff x="1452580" y="1674214"/>
                <a:chExt cx="593137" cy="1872504"/>
              </a:xfrm>
            </p:grpSpPr>
            <p:sp>
              <p:nvSpPr>
                <p:cNvPr id="79" name="Persegi Panjang 78">
                  <a:extLst>
                    <a:ext uri="{FF2B5EF4-FFF2-40B4-BE49-F238E27FC236}">
                      <a16:creationId xmlns:a16="http://schemas.microsoft.com/office/drawing/2014/main" id="{AB9266F3-1B3B-AA6D-8200-9B82B03C8F49}"/>
                    </a:ext>
                  </a:extLst>
                </p:cNvPr>
                <p:cNvSpPr/>
                <p:nvPr/>
              </p:nvSpPr>
              <p:spPr>
                <a:xfrm>
                  <a:off x="1452580" y="1674214"/>
                  <a:ext cx="593137" cy="1872504"/>
                </a:xfrm>
                <a:prstGeom prst="rect">
                  <a:avLst/>
                </a:prstGeom>
                <a:solidFill>
                  <a:srgbClr val="E552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0" name="Google Shape;101;p18">
                  <a:extLst>
                    <a:ext uri="{FF2B5EF4-FFF2-40B4-BE49-F238E27FC236}">
                      <a16:creationId xmlns:a16="http://schemas.microsoft.com/office/drawing/2014/main" id="{7ADE052A-26D3-81ED-7C22-3755C84A9234}"/>
                    </a:ext>
                  </a:extLst>
                </p:cNvPr>
                <p:cNvSpPr txBox="1"/>
                <p:nvPr/>
              </p:nvSpPr>
              <p:spPr>
                <a:xfrm rot="16200000">
                  <a:off x="831378" y="2395519"/>
                  <a:ext cx="1872158" cy="429551"/>
                </a:xfrm>
                <a:prstGeom prst="rect">
                  <a:avLst/>
                </a:prstGeom>
                <a:noFill/>
                <a:ln>
                  <a:noFill/>
                </a:ln>
              </p:spPr>
              <p:txBody>
                <a:bodyPr spcFirstLastPara="1" wrap="square" lIns="91425" tIns="91425" rIns="91425" bIns="91425" anchor="ctr" anchorCtr="0">
                  <a:spAutoFit/>
                </a:bodyPr>
                <a:lstStyle/>
                <a:p>
                  <a:pPr algn="ctr"/>
                  <a:r>
                    <a:rPr lang="en-US" sz="1100">
                      <a:solidFill>
                        <a:schemeClr val="bg1"/>
                      </a:solidFill>
                      <a:latin typeface="Inter"/>
                      <a:ea typeface="Inter"/>
                    </a:rPr>
                    <a:t>Unit Selling</a:t>
                  </a:r>
                  <a:endParaRPr lang="id-ID"/>
                </a:p>
              </p:txBody>
            </p:sp>
          </p:grpSp>
          <p:cxnSp>
            <p:nvCxnSpPr>
              <p:cNvPr id="83" name="Konektor: Siku 82">
                <a:extLst>
                  <a:ext uri="{FF2B5EF4-FFF2-40B4-BE49-F238E27FC236}">
                    <a16:creationId xmlns:a16="http://schemas.microsoft.com/office/drawing/2014/main" id="{3A567F1D-4F55-7420-8093-1F46B09BCFF3}"/>
                  </a:ext>
                </a:extLst>
              </p:cNvPr>
              <p:cNvCxnSpPr/>
              <p:nvPr/>
            </p:nvCxnSpPr>
            <p:spPr>
              <a:xfrm flipV="1">
                <a:off x="911545" y="1455988"/>
                <a:ext cx="769967" cy="1557073"/>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4" name="Konektor: Siku 83">
                <a:extLst>
                  <a:ext uri="{FF2B5EF4-FFF2-40B4-BE49-F238E27FC236}">
                    <a16:creationId xmlns:a16="http://schemas.microsoft.com/office/drawing/2014/main" id="{FF09B0E9-AA14-2BF8-7748-B2C20D7C2999}"/>
                  </a:ext>
                </a:extLst>
              </p:cNvPr>
              <p:cNvCxnSpPr>
                <a:cxnSpLocks/>
              </p:cNvCxnSpPr>
              <p:nvPr/>
            </p:nvCxnSpPr>
            <p:spPr>
              <a:xfrm>
                <a:off x="911543" y="3013061"/>
                <a:ext cx="762139" cy="486235"/>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5" name="Konektor: Siku 84">
                <a:extLst>
                  <a:ext uri="{FF2B5EF4-FFF2-40B4-BE49-F238E27FC236}">
                    <a16:creationId xmlns:a16="http://schemas.microsoft.com/office/drawing/2014/main" id="{4EC0D2E5-7112-8B60-B35A-7ED8BE340F76}"/>
                  </a:ext>
                </a:extLst>
              </p:cNvPr>
              <p:cNvCxnSpPr>
                <a:cxnSpLocks/>
              </p:cNvCxnSpPr>
              <p:nvPr/>
            </p:nvCxnSpPr>
            <p:spPr>
              <a:xfrm>
                <a:off x="919371" y="3020889"/>
                <a:ext cx="762139" cy="1723180"/>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6" name="Konektor: Siku 85">
                <a:extLst>
                  <a:ext uri="{FF2B5EF4-FFF2-40B4-BE49-F238E27FC236}">
                    <a16:creationId xmlns:a16="http://schemas.microsoft.com/office/drawing/2014/main" id="{89FACB81-61ED-02F8-BF66-C6F40D5FBD71}"/>
                  </a:ext>
                </a:extLst>
              </p:cNvPr>
              <p:cNvCxnSpPr>
                <a:cxnSpLocks/>
              </p:cNvCxnSpPr>
              <p:nvPr/>
            </p:nvCxnSpPr>
            <p:spPr>
              <a:xfrm flipV="1">
                <a:off x="3557667" y="1095864"/>
                <a:ext cx="527274" cy="351444"/>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7" name="Konektor: Siku 86">
                <a:extLst>
                  <a:ext uri="{FF2B5EF4-FFF2-40B4-BE49-F238E27FC236}">
                    <a16:creationId xmlns:a16="http://schemas.microsoft.com/office/drawing/2014/main" id="{3070B6A4-0D56-93AC-659F-785021A7E900}"/>
                  </a:ext>
                </a:extLst>
              </p:cNvPr>
              <p:cNvCxnSpPr>
                <a:cxnSpLocks/>
              </p:cNvCxnSpPr>
              <p:nvPr/>
            </p:nvCxnSpPr>
            <p:spPr>
              <a:xfrm>
                <a:off x="3557667" y="1447308"/>
                <a:ext cx="519445" cy="478405"/>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8" name="Konektor: Siku 87">
                <a:extLst>
                  <a:ext uri="{FF2B5EF4-FFF2-40B4-BE49-F238E27FC236}">
                    <a16:creationId xmlns:a16="http://schemas.microsoft.com/office/drawing/2014/main" id="{538D318C-2E8A-5A60-ACEB-7082141E6AB1}"/>
                  </a:ext>
                </a:extLst>
              </p:cNvPr>
              <p:cNvCxnSpPr>
                <a:cxnSpLocks/>
              </p:cNvCxnSpPr>
              <p:nvPr/>
            </p:nvCxnSpPr>
            <p:spPr>
              <a:xfrm flipV="1">
                <a:off x="3565495" y="2998255"/>
                <a:ext cx="519446" cy="539333"/>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89" name="Konektor: Siku 88">
                <a:extLst>
                  <a:ext uri="{FF2B5EF4-FFF2-40B4-BE49-F238E27FC236}">
                    <a16:creationId xmlns:a16="http://schemas.microsoft.com/office/drawing/2014/main" id="{16681404-73A2-0775-C21D-3BF7B135E309}"/>
                  </a:ext>
                </a:extLst>
              </p:cNvPr>
              <p:cNvCxnSpPr>
                <a:cxnSpLocks/>
              </p:cNvCxnSpPr>
              <p:nvPr/>
            </p:nvCxnSpPr>
            <p:spPr>
              <a:xfrm>
                <a:off x="3565495" y="3506273"/>
                <a:ext cx="519444" cy="642808"/>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3" name="Konektor Panah Lurus 92">
                <a:extLst>
                  <a:ext uri="{FF2B5EF4-FFF2-40B4-BE49-F238E27FC236}">
                    <a16:creationId xmlns:a16="http://schemas.microsoft.com/office/drawing/2014/main" id="{2AE0EF4D-8690-D4DB-986B-398F60D2B0E6}"/>
                  </a:ext>
                </a:extLst>
              </p:cNvPr>
              <p:cNvCxnSpPr/>
              <p:nvPr/>
            </p:nvCxnSpPr>
            <p:spPr>
              <a:xfrm flipV="1">
                <a:off x="5991900" y="1093716"/>
                <a:ext cx="638531" cy="3547"/>
              </a:xfrm>
              <a:prstGeom prst="straightConnector1">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4" name="Konektor: Siku 93">
                <a:extLst>
                  <a:ext uri="{FF2B5EF4-FFF2-40B4-BE49-F238E27FC236}">
                    <a16:creationId xmlns:a16="http://schemas.microsoft.com/office/drawing/2014/main" id="{00B4A818-B553-CF84-3B9A-031051937092}"/>
                  </a:ext>
                </a:extLst>
              </p:cNvPr>
              <p:cNvCxnSpPr>
                <a:cxnSpLocks/>
              </p:cNvCxnSpPr>
              <p:nvPr/>
            </p:nvCxnSpPr>
            <p:spPr>
              <a:xfrm flipV="1">
                <a:off x="5976755" y="1643876"/>
                <a:ext cx="636876" cy="234013"/>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5" name="Konektor: Siku 94">
                <a:extLst>
                  <a:ext uri="{FF2B5EF4-FFF2-40B4-BE49-F238E27FC236}">
                    <a16:creationId xmlns:a16="http://schemas.microsoft.com/office/drawing/2014/main" id="{C8335F4F-A85A-B4D3-D1E5-C26D36B15490}"/>
                  </a:ext>
                </a:extLst>
              </p:cNvPr>
              <p:cNvCxnSpPr>
                <a:cxnSpLocks/>
              </p:cNvCxnSpPr>
              <p:nvPr/>
            </p:nvCxnSpPr>
            <p:spPr>
              <a:xfrm>
                <a:off x="5976755" y="1862232"/>
                <a:ext cx="636875" cy="376631"/>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6" name="Konektor: Siku 95">
                <a:extLst>
                  <a:ext uri="{FF2B5EF4-FFF2-40B4-BE49-F238E27FC236}">
                    <a16:creationId xmlns:a16="http://schemas.microsoft.com/office/drawing/2014/main" id="{7082073C-AD51-629B-01CB-18D82FB93E47}"/>
                  </a:ext>
                </a:extLst>
              </p:cNvPr>
              <p:cNvCxnSpPr>
                <a:cxnSpLocks/>
              </p:cNvCxnSpPr>
              <p:nvPr/>
            </p:nvCxnSpPr>
            <p:spPr>
              <a:xfrm flipV="1">
                <a:off x="5968925" y="2739903"/>
                <a:ext cx="636876" cy="296642"/>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7" name="Konektor: Siku 96">
                <a:extLst>
                  <a:ext uri="{FF2B5EF4-FFF2-40B4-BE49-F238E27FC236}">
                    <a16:creationId xmlns:a16="http://schemas.microsoft.com/office/drawing/2014/main" id="{CEF8E0EE-0A15-0AF4-23B7-D66DA1617688}"/>
                  </a:ext>
                </a:extLst>
              </p:cNvPr>
              <p:cNvCxnSpPr>
                <a:cxnSpLocks/>
              </p:cNvCxnSpPr>
              <p:nvPr/>
            </p:nvCxnSpPr>
            <p:spPr>
              <a:xfrm>
                <a:off x="5968925" y="3020887"/>
                <a:ext cx="644703" cy="282688"/>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98" name="Konektor: Siku 97">
                <a:extLst>
                  <a:ext uri="{FF2B5EF4-FFF2-40B4-BE49-F238E27FC236}">
                    <a16:creationId xmlns:a16="http://schemas.microsoft.com/office/drawing/2014/main" id="{6A2389D5-FE10-74CC-058A-6D1DE3909BAA}"/>
                  </a:ext>
                </a:extLst>
              </p:cNvPr>
              <p:cNvCxnSpPr>
                <a:cxnSpLocks/>
              </p:cNvCxnSpPr>
              <p:nvPr/>
            </p:nvCxnSpPr>
            <p:spPr>
              <a:xfrm flipV="1">
                <a:off x="5976753" y="3875073"/>
                <a:ext cx="636876" cy="296642"/>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cxnSp>
            <p:nvCxnSpPr>
              <p:cNvPr id="101" name="Konektor: Siku 100">
                <a:extLst>
                  <a:ext uri="{FF2B5EF4-FFF2-40B4-BE49-F238E27FC236}">
                    <a16:creationId xmlns:a16="http://schemas.microsoft.com/office/drawing/2014/main" id="{DD3CD3B0-A43A-B993-2DBD-58201B157876}"/>
                  </a:ext>
                </a:extLst>
              </p:cNvPr>
              <p:cNvCxnSpPr>
                <a:cxnSpLocks/>
              </p:cNvCxnSpPr>
              <p:nvPr/>
            </p:nvCxnSpPr>
            <p:spPr>
              <a:xfrm>
                <a:off x="5976753" y="4156057"/>
                <a:ext cx="644703" cy="282688"/>
              </a:xfrm>
              <a:prstGeom prst="bentConnector3">
                <a:avLst/>
              </a:prstGeom>
              <a:ln>
                <a:solidFill>
                  <a:srgbClr val="E55200"/>
                </a:solidFill>
              </a:ln>
            </p:spPr>
            <p:style>
              <a:lnRef idx="2">
                <a:schemeClr val="accent4"/>
              </a:lnRef>
              <a:fillRef idx="0">
                <a:schemeClr val="accent4"/>
              </a:fillRef>
              <a:effectRef idx="1">
                <a:schemeClr val="accent4"/>
              </a:effectRef>
              <a:fontRef idx="minor">
                <a:schemeClr val="tx1"/>
              </a:fontRef>
            </p:style>
          </p:cxnSp>
        </p:grpSp>
      </p:grpSp>
    </p:spTree>
    <p:extLst>
      <p:ext uri="{BB962C8B-B14F-4D97-AF65-F5344CB8AC3E}">
        <p14:creationId xmlns:p14="http://schemas.microsoft.com/office/powerpoint/2010/main" val="1668725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3BFE93E3-F77C-6D47-1CCD-7D5A83AFD932}"/>
            </a:ext>
          </a:extLst>
        </p:cNvPr>
        <p:cNvGrpSpPr/>
        <p:nvPr/>
      </p:nvGrpSpPr>
      <p:grpSpPr>
        <a:xfrm>
          <a:off x="0" y="0"/>
          <a:ext cx="0" cy="0"/>
          <a:chOff x="0" y="0"/>
          <a:chExt cx="0" cy="0"/>
        </a:xfrm>
      </p:grpSpPr>
      <p:pic>
        <p:nvPicPr>
          <p:cNvPr id="88" name="Google Shape;88;p17" title="SLIDE PRESENTATION4.jpg">
            <a:extLst>
              <a:ext uri="{FF2B5EF4-FFF2-40B4-BE49-F238E27FC236}">
                <a16:creationId xmlns:a16="http://schemas.microsoft.com/office/drawing/2014/main" id="{045AAFE8-FF04-AD9E-8814-B9BAC51926B8}"/>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93" name="Google Shape;93;p17" title="LOGO PRIMER - Putih Orange  Putih.png">
            <a:extLst>
              <a:ext uri="{FF2B5EF4-FFF2-40B4-BE49-F238E27FC236}">
                <a16:creationId xmlns:a16="http://schemas.microsoft.com/office/drawing/2014/main" id="{58CAD74B-D61A-19F2-950A-9789F8A80352}"/>
              </a:ext>
            </a:extLst>
          </p:cNvPr>
          <p:cNvPicPr preferRelativeResize="0"/>
          <p:nvPr/>
        </p:nvPicPr>
        <p:blipFill rotWithShape="1">
          <a:blip r:embed="rId4">
            <a:alphaModFix/>
          </a:blip>
          <a:srcRect/>
          <a:stretch/>
        </p:blipFill>
        <p:spPr>
          <a:xfrm>
            <a:off x="244625" y="254625"/>
            <a:ext cx="1324677" cy="503824"/>
          </a:xfrm>
          <a:prstGeom prst="rect">
            <a:avLst/>
          </a:prstGeom>
          <a:noFill/>
          <a:ln>
            <a:noFill/>
          </a:ln>
        </p:spPr>
      </p:pic>
      <p:sp>
        <p:nvSpPr>
          <p:cNvPr id="11" name="Google Shape;58;p13">
            <a:extLst>
              <a:ext uri="{FF2B5EF4-FFF2-40B4-BE49-F238E27FC236}">
                <a16:creationId xmlns:a16="http://schemas.microsoft.com/office/drawing/2014/main" id="{20CC70D6-ED33-6EC3-FD3B-25B80E769A2B}"/>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a:spcBef>
                <a:spcPts val="0"/>
              </a:spcBef>
              <a:spcAft>
                <a:spcPts val="0"/>
              </a:spcAft>
              <a:buNone/>
            </a:pPr>
            <a:r>
              <a:rPr lang="en-US" sz="1000">
                <a:solidFill>
                  <a:schemeClr val="bg1"/>
                </a:solidFill>
                <a:latin typeface="Inter"/>
                <a:ea typeface="Inter"/>
                <a:cs typeface="Inter"/>
                <a:sym typeface="Inter"/>
              </a:rPr>
              <a:t>(06)</a:t>
            </a:r>
            <a:endParaRPr lang="id-ID">
              <a:solidFill>
                <a:schemeClr val="bg1"/>
              </a:solidFill>
            </a:endParaRPr>
          </a:p>
        </p:txBody>
      </p:sp>
      <p:grpSp>
        <p:nvGrpSpPr>
          <p:cNvPr id="4096" name="Group 4095">
            <a:extLst>
              <a:ext uri="{FF2B5EF4-FFF2-40B4-BE49-F238E27FC236}">
                <a16:creationId xmlns:a16="http://schemas.microsoft.com/office/drawing/2014/main" id="{B4640BAF-619F-B773-6D8E-1F72FB155989}"/>
              </a:ext>
            </a:extLst>
          </p:cNvPr>
          <p:cNvGrpSpPr/>
          <p:nvPr/>
        </p:nvGrpSpPr>
        <p:grpSpPr>
          <a:xfrm>
            <a:off x="3942758" y="61629"/>
            <a:ext cx="974792" cy="1050675"/>
            <a:chOff x="0" y="0"/>
            <a:chExt cx="2906307" cy="3181515"/>
          </a:xfrm>
        </p:grpSpPr>
        <p:grpSp>
          <p:nvGrpSpPr>
            <p:cNvPr id="4097" name="Group 4096">
              <a:extLst>
                <a:ext uri="{FF2B5EF4-FFF2-40B4-BE49-F238E27FC236}">
                  <a16:creationId xmlns:a16="http://schemas.microsoft.com/office/drawing/2014/main" id="{89A83259-E56A-0F77-42A9-52C842FE9E12}"/>
                </a:ext>
              </a:extLst>
            </p:cNvPr>
            <p:cNvGrpSpPr/>
            <p:nvPr/>
          </p:nvGrpSpPr>
          <p:grpSpPr>
            <a:xfrm>
              <a:off x="0" y="1780256"/>
              <a:ext cx="2906307" cy="758024"/>
              <a:chOff x="0" y="-28575"/>
              <a:chExt cx="812800" cy="211995"/>
            </a:xfrm>
          </p:grpSpPr>
          <p:sp>
            <p:nvSpPr>
              <p:cNvPr id="4110" name="Freeform 68">
                <a:extLst>
                  <a:ext uri="{FF2B5EF4-FFF2-40B4-BE49-F238E27FC236}">
                    <a16:creationId xmlns:a16="http://schemas.microsoft.com/office/drawing/2014/main" id="{F28AA2AE-B16C-9B9A-1997-CFEB28E73A3B}"/>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11" name="TextBox 69">
                <a:extLst>
                  <a:ext uri="{FF2B5EF4-FFF2-40B4-BE49-F238E27FC236}">
                    <a16:creationId xmlns:a16="http://schemas.microsoft.com/office/drawing/2014/main" id="{B5E0C114-C620-0DE8-AA06-4F1C2EA807CB}"/>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098" name="Group 4097">
              <a:extLst>
                <a:ext uri="{FF2B5EF4-FFF2-40B4-BE49-F238E27FC236}">
                  <a16:creationId xmlns:a16="http://schemas.microsoft.com/office/drawing/2014/main" id="{7808C3D3-4A46-0373-205E-9F8DC849B53D}"/>
                </a:ext>
              </a:extLst>
            </p:cNvPr>
            <p:cNvGrpSpPr/>
            <p:nvPr/>
          </p:nvGrpSpPr>
          <p:grpSpPr>
            <a:xfrm>
              <a:off x="461481" y="0"/>
              <a:ext cx="1983345" cy="1983345"/>
              <a:chOff x="0" y="0"/>
              <a:chExt cx="812800" cy="812800"/>
            </a:xfrm>
          </p:grpSpPr>
          <p:sp>
            <p:nvSpPr>
              <p:cNvPr id="4108" name="Freeform 71">
                <a:extLst>
                  <a:ext uri="{FF2B5EF4-FFF2-40B4-BE49-F238E27FC236}">
                    <a16:creationId xmlns:a16="http://schemas.microsoft.com/office/drawing/2014/main" id="{625ABEC6-784D-EACD-D28B-52C034ADD8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09" name="TextBox 72">
                <a:extLst>
                  <a:ext uri="{FF2B5EF4-FFF2-40B4-BE49-F238E27FC236}">
                    <a16:creationId xmlns:a16="http://schemas.microsoft.com/office/drawing/2014/main" id="{696BEC01-6173-2AAE-25AE-8E9F33074D21}"/>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099" name="Group 4098">
              <a:extLst>
                <a:ext uri="{FF2B5EF4-FFF2-40B4-BE49-F238E27FC236}">
                  <a16:creationId xmlns:a16="http://schemas.microsoft.com/office/drawing/2014/main" id="{C59C32F2-0FFF-A850-F285-B0312DF94AC0}"/>
                </a:ext>
              </a:extLst>
            </p:cNvPr>
            <p:cNvGrpSpPr/>
            <p:nvPr/>
          </p:nvGrpSpPr>
          <p:grpSpPr>
            <a:xfrm>
              <a:off x="69748" y="2423491"/>
              <a:ext cx="2766810" cy="758024"/>
              <a:chOff x="0" y="-28575"/>
              <a:chExt cx="773787" cy="211995"/>
            </a:xfrm>
          </p:grpSpPr>
          <p:sp>
            <p:nvSpPr>
              <p:cNvPr id="4106" name="Freeform 74">
                <a:extLst>
                  <a:ext uri="{FF2B5EF4-FFF2-40B4-BE49-F238E27FC236}">
                    <a16:creationId xmlns:a16="http://schemas.microsoft.com/office/drawing/2014/main" id="{4D3DFD05-EAFA-436C-7562-207BB4D85AB4}"/>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07" name="TextBox 75">
                <a:extLst>
                  <a:ext uri="{FF2B5EF4-FFF2-40B4-BE49-F238E27FC236}">
                    <a16:creationId xmlns:a16="http://schemas.microsoft.com/office/drawing/2014/main" id="{1E2BF087-4CA1-320F-3A14-00DF6032D854}"/>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00" name="Group 4099">
              <a:extLst>
                <a:ext uri="{FF2B5EF4-FFF2-40B4-BE49-F238E27FC236}">
                  <a16:creationId xmlns:a16="http://schemas.microsoft.com/office/drawing/2014/main" id="{0888801F-3701-BAD6-5B01-B0F020DE9446}"/>
                </a:ext>
              </a:extLst>
            </p:cNvPr>
            <p:cNvGrpSpPr/>
            <p:nvPr/>
          </p:nvGrpSpPr>
          <p:grpSpPr>
            <a:xfrm>
              <a:off x="559307" y="97826"/>
              <a:ext cx="1787692" cy="1787692"/>
              <a:chOff x="0" y="0"/>
              <a:chExt cx="812800" cy="812800"/>
            </a:xfrm>
          </p:grpSpPr>
          <p:sp>
            <p:nvSpPr>
              <p:cNvPr id="4105" name="Freeform 77">
                <a:extLst>
                  <a:ext uri="{FF2B5EF4-FFF2-40B4-BE49-F238E27FC236}">
                    <a16:creationId xmlns:a16="http://schemas.microsoft.com/office/drawing/2014/main" id="{E5DE12EF-AF0E-2159-6CF3-CAE82A19C6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r="-25046"/>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101" name="TextBox 78">
              <a:extLst>
                <a:ext uri="{FF2B5EF4-FFF2-40B4-BE49-F238E27FC236}">
                  <a16:creationId xmlns:a16="http://schemas.microsoft.com/office/drawing/2014/main" id="{CB235FC1-55C1-87DC-FA54-593B0D83E0DC}"/>
                </a:ext>
              </a:extLst>
            </p:cNvPr>
            <p:cNvSpPr txBox="1"/>
            <p:nvPr/>
          </p:nvSpPr>
          <p:spPr>
            <a:xfrm>
              <a:off x="73207" y="1748406"/>
              <a:ext cx="2763352" cy="58098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Aaron Loeb</a:t>
              </a:r>
            </a:p>
          </p:txBody>
        </p:sp>
        <p:sp>
          <p:nvSpPr>
            <p:cNvPr id="4103" name="TextBox 79">
              <a:extLst>
                <a:ext uri="{FF2B5EF4-FFF2-40B4-BE49-F238E27FC236}">
                  <a16:creationId xmlns:a16="http://schemas.microsoft.com/office/drawing/2014/main" id="{A2FF9DB9-1A49-F0B5-2BF0-9C0C4DD5A6C3}"/>
                </a:ext>
              </a:extLst>
            </p:cNvPr>
            <p:cNvSpPr txBox="1"/>
            <p:nvPr/>
          </p:nvSpPr>
          <p:spPr>
            <a:xfrm>
              <a:off x="179279" y="2573514"/>
              <a:ext cx="2547749" cy="48363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641"/>
                </a:lnSpc>
              </a:pPr>
              <a:r>
                <a:rPr lang="en-US" sz="1100">
                  <a:solidFill>
                    <a:srgbClr val="FFF9F9"/>
                  </a:solidFill>
                  <a:latin typeface="Quicksand"/>
                  <a:ea typeface="Quicksand"/>
                  <a:cs typeface="Quicksand"/>
                  <a:sym typeface="Quicksand"/>
                </a:rPr>
                <a:t>Director</a:t>
              </a:r>
            </a:p>
          </p:txBody>
        </p:sp>
      </p:grpSp>
      <p:grpSp>
        <p:nvGrpSpPr>
          <p:cNvPr id="4112" name="Group 4111">
            <a:extLst>
              <a:ext uri="{FF2B5EF4-FFF2-40B4-BE49-F238E27FC236}">
                <a16:creationId xmlns:a16="http://schemas.microsoft.com/office/drawing/2014/main" id="{1E360AF2-8175-4E6A-DB8F-046B2A0E838C}"/>
              </a:ext>
            </a:extLst>
          </p:cNvPr>
          <p:cNvGrpSpPr/>
          <p:nvPr/>
        </p:nvGrpSpPr>
        <p:grpSpPr>
          <a:xfrm>
            <a:off x="3874448" y="1123830"/>
            <a:ext cx="1111410" cy="1092383"/>
            <a:chOff x="2044" y="0"/>
            <a:chExt cx="2763351" cy="3089236"/>
          </a:xfrm>
        </p:grpSpPr>
        <p:grpSp>
          <p:nvGrpSpPr>
            <p:cNvPr id="4113" name="Group 4112">
              <a:extLst>
                <a:ext uri="{FF2B5EF4-FFF2-40B4-BE49-F238E27FC236}">
                  <a16:creationId xmlns:a16="http://schemas.microsoft.com/office/drawing/2014/main" id="{6B7516A4-A15D-449F-79CB-F55AF02EAADB}"/>
                </a:ext>
              </a:extLst>
            </p:cNvPr>
            <p:cNvGrpSpPr/>
            <p:nvPr/>
          </p:nvGrpSpPr>
          <p:grpSpPr>
            <a:xfrm>
              <a:off x="101405" y="1838380"/>
              <a:ext cx="2594361" cy="676662"/>
              <a:chOff x="0" y="-28575"/>
              <a:chExt cx="812800" cy="211995"/>
            </a:xfrm>
          </p:grpSpPr>
          <p:sp>
            <p:nvSpPr>
              <p:cNvPr id="4125" name="Freeform 96">
                <a:extLst>
                  <a:ext uri="{FF2B5EF4-FFF2-40B4-BE49-F238E27FC236}">
                    <a16:creationId xmlns:a16="http://schemas.microsoft.com/office/drawing/2014/main" id="{BF71FFF3-C066-4922-ECBF-12876CBA5E4C}"/>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26" name="TextBox 97">
                <a:extLst>
                  <a:ext uri="{FF2B5EF4-FFF2-40B4-BE49-F238E27FC236}">
                    <a16:creationId xmlns:a16="http://schemas.microsoft.com/office/drawing/2014/main" id="{43F2740D-70C4-352D-C9C9-66BC9DEA038E}"/>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sp>
          <p:nvSpPr>
            <p:cNvPr id="4114" name="AutoShape 98">
              <a:extLst>
                <a:ext uri="{FF2B5EF4-FFF2-40B4-BE49-F238E27FC236}">
                  <a16:creationId xmlns:a16="http://schemas.microsoft.com/office/drawing/2014/main" id="{BD27E6EF-295F-FF66-0694-DFE6A7967864}"/>
                </a:ext>
              </a:extLst>
            </p:cNvPr>
            <p:cNvSpPr/>
            <p:nvPr/>
          </p:nvSpPr>
          <p:spPr>
            <a:xfrm>
              <a:off x="1404503" y="0"/>
              <a:ext cx="0" cy="569757"/>
            </a:xfrm>
            <a:prstGeom prst="line">
              <a:avLst/>
            </a:prstGeom>
            <a:ln w="25400" cap="flat">
              <a:solidFill>
                <a:srgbClr val="7D0C0C"/>
              </a:solidFill>
              <a:prstDash val="solid"/>
              <a:headEnd type="none" w="sm" len="sm"/>
              <a:tailEnd type="none" w="sm" len="sm"/>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nvGrpSpPr>
            <p:cNvPr id="4115" name="Group 4114">
              <a:extLst>
                <a:ext uri="{FF2B5EF4-FFF2-40B4-BE49-F238E27FC236}">
                  <a16:creationId xmlns:a16="http://schemas.microsoft.com/office/drawing/2014/main" id="{F91C4E09-FDFB-06C8-63F2-61867D13C3CA}"/>
                </a:ext>
              </a:extLst>
            </p:cNvPr>
            <p:cNvGrpSpPr/>
            <p:nvPr/>
          </p:nvGrpSpPr>
          <p:grpSpPr>
            <a:xfrm>
              <a:off x="513353" y="249206"/>
              <a:ext cx="1770464" cy="1770464"/>
              <a:chOff x="0" y="0"/>
              <a:chExt cx="812800" cy="812800"/>
            </a:xfrm>
          </p:grpSpPr>
          <p:sp>
            <p:nvSpPr>
              <p:cNvPr id="4123" name="Freeform 100">
                <a:extLst>
                  <a:ext uri="{FF2B5EF4-FFF2-40B4-BE49-F238E27FC236}">
                    <a16:creationId xmlns:a16="http://schemas.microsoft.com/office/drawing/2014/main" id="{1D859D8C-1353-5F05-7F9B-54AE39BB13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24" name="TextBox 101">
                <a:extLst>
                  <a:ext uri="{FF2B5EF4-FFF2-40B4-BE49-F238E27FC236}">
                    <a16:creationId xmlns:a16="http://schemas.microsoft.com/office/drawing/2014/main" id="{2DF8919B-F9E7-50F0-352F-9D19830730EA}"/>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16" name="Group 4115">
              <a:extLst>
                <a:ext uri="{FF2B5EF4-FFF2-40B4-BE49-F238E27FC236}">
                  <a16:creationId xmlns:a16="http://schemas.microsoft.com/office/drawing/2014/main" id="{48F22506-059F-8C6F-D67C-2489CF449407}"/>
                </a:ext>
              </a:extLst>
            </p:cNvPr>
            <p:cNvGrpSpPr/>
            <p:nvPr/>
          </p:nvGrpSpPr>
          <p:grpSpPr>
            <a:xfrm>
              <a:off x="163667" y="2412574"/>
              <a:ext cx="2469837" cy="676662"/>
              <a:chOff x="0" y="-28575"/>
              <a:chExt cx="773787" cy="211995"/>
            </a:xfrm>
          </p:grpSpPr>
          <p:sp>
            <p:nvSpPr>
              <p:cNvPr id="4121" name="Freeform 103">
                <a:extLst>
                  <a:ext uri="{FF2B5EF4-FFF2-40B4-BE49-F238E27FC236}">
                    <a16:creationId xmlns:a16="http://schemas.microsoft.com/office/drawing/2014/main" id="{FF08FD20-3CD9-D1AB-0632-6272DFB8FCC6}"/>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22" name="TextBox 104">
                <a:extLst>
                  <a:ext uri="{FF2B5EF4-FFF2-40B4-BE49-F238E27FC236}">
                    <a16:creationId xmlns:a16="http://schemas.microsoft.com/office/drawing/2014/main" id="{5F72743A-27B7-03D0-BEED-8E262C1BEA1A}"/>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17" name="Group 4116">
              <a:extLst>
                <a:ext uri="{FF2B5EF4-FFF2-40B4-BE49-F238E27FC236}">
                  <a16:creationId xmlns:a16="http://schemas.microsoft.com/office/drawing/2014/main" id="{E4A18D6A-896E-B725-E6B4-D232E88455C3}"/>
                </a:ext>
              </a:extLst>
            </p:cNvPr>
            <p:cNvGrpSpPr/>
            <p:nvPr/>
          </p:nvGrpSpPr>
          <p:grpSpPr>
            <a:xfrm>
              <a:off x="603946" y="340310"/>
              <a:ext cx="1589278" cy="1589278"/>
              <a:chOff x="0" y="0"/>
              <a:chExt cx="812800" cy="812800"/>
            </a:xfrm>
          </p:grpSpPr>
          <p:sp>
            <p:nvSpPr>
              <p:cNvPr id="4120" name="Freeform 106">
                <a:extLst>
                  <a:ext uri="{FF2B5EF4-FFF2-40B4-BE49-F238E27FC236}">
                    <a16:creationId xmlns:a16="http://schemas.microsoft.com/office/drawing/2014/main" id="{E6A5B90C-8695-F5D0-418E-2DAEB1CFCD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b="-49719"/>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118" name="TextBox 107">
              <a:extLst>
                <a:ext uri="{FF2B5EF4-FFF2-40B4-BE49-F238E27FC236}">
                  <a16:creationId xmlns:a16="http://schemas.microsoft.com/office/drawing/2014/main" id="{474619C7-9C46-92C3-A6E9-07DBD190FD49}"/>
                </a:ext>
              </a:extLst>
            </p:cNvPr>
            <p:cNvSpPr txBox="1"/>
            <p:nvPr/>
          </p:nvSpPr>
          <p:spPr>
            <a:xfrm>
              <a:off x="2044" y="1845185"/>
              <a:ext cx="2763351" cy="51752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Adora Montminy</a:t>
              </a:r>
            </a:p>
          </p:txBody>
        </p:sp>
        <p:sp>
          <p:nvSpPr>
            <p:cNvPr id="4119" name="TextBox 108">
              <a:extLst>
                <a:ext uri="{FF2B5EF4-FFF2-40B4-BE49-F238E27FC236}">
                  <a16:creationId xmlns:a16="http://schemas.microsoft.com/office/drawing/2014/main" id="{24D1347B-6A8E-D078-2E32-9A72E836E1A3}"/>
                </a:ext>
              </a:extLst>
            </p:cNvPr>
            <p:cNvSpPr txBox="1"/>
            <p:nvPr/>
          </p:nvSpPr>
          <p:spPr>
            <a:xfrm>
              <a:off x="163667" y="2291952"/>
              <a:ext cx="2384685" cy="62591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462"/>
                </a:lnSpc>
              </a:pPr>
              <a:r>
                <a:rPr lang="en-US" sz="1100">
                  <a:solidFill>
                    <a:srgbClr val="FFF9F9"/>
                  </a:solidFill>
                  <a:latin typeface="Quicksand"/>
                  <a:ea typeface="Quicksand"/>
                  <a:cs typeface="Quicksand"/>
                  <a:sym typeface="Quicksand"/>
                </a:rPr>
                <a:t>Division Head</a:t>
              </a:r>
            </a:p>
          </p:txBody>
        </p:sp>
      </p:grpSp>
      <p:grpSp>
        <p:nvGrpSpPr>
          <p:cNvPr id="4141" name="Group 4140">
            <a:extLst>
              <a:ext uri="{FF2B5EF4-FFF2-40B4-BE49-F238E27FC236}">
                <a16:creationId xmlns:a16="http://schemas.microsoft.com/office/drawing/2014/main" id="{806BC79A-1302-42E8-EC71-417C3CACCDAD}"/>
              </a:ext>
            </a:extLst>
          </p:cNvPr>
          <p:cNvGrpSpPr/>
          <p:nvPr/>
        </p:nvGrpSpPr>
        <p:grpSpPr>
          <a:xfrm>
            <a:off x="3934301" y="2293084"/>
            <a:ext cx="1043443" cy="1040159"/>
            <a:chOff x="2177940" y="2291715"/>
            <a:chExt cx="1073970" cy="1213486"/>
          </a:xfrm>
        </p:grpSpPr>
        <p:grpSp>
          <p:nvGrpSpPr>
            <p:cNvPr id="4139" name="Group 4138">
              <a:extLst>
                <a:ext uri="{FF2B5EF4-FFF2-40B4-BE49-F238E27FC236}">
                  <a16:creationId xmlns:a16="http://schemas.microsoft.com/office/drawing/2014/main" id="{C7D21799-E755-256A-F3BB-5F41340340D4}"/>
                </a:ext>
              </a:extLst>
            </p:cNvPr>
            <p:cNvGrpSpPr/>
            <p:nvPr/>
          </p:nvGrpSpPr>
          <p:grpSpPr>
            <a:xfrm>
              <a:off x="2177940" y="2291715"/>
              <a:ext cx="1073970" cy="1213486"/>
              <a:chOff x="2177940" y="2291714"/>
              <a:chExt cx="2072514" cy="2130023"/>
            </a:xfrm>
          </p:grpSpPr>
          <p:grpSp>
            <p:nvGrpSpPr>
              <p:cNvPr id="4127" name="Group 4126">
                <a:extLst>
                  <a:ext uri="{FF2B5EF4-FFF2-40B4-BE49-F238E27FC236}">
                    <a16:creationId xmlns:a16="http://schemas.microsoft.com/office/drawing/2014/main" id="{0116F376-CFBC-4E9F-A6DA-7EDA909456C4}"/>
                  </a:ext>
                </a:extLst>
              </p:cNvPr>
              <p:cNvGrpSpPr/>
              <p:nvPr/>
            </p:nvGrpSpPr>
            <p:grpSpPr>
              <a:xfrm>
                <a:off x="2241312" y="3483595"/>
                <a:ext cx="1945771" cy="507497"/>
                <a:chOff x="0" y="-28575"/>
                <a:chExt cx="812800" cy="211995"/>
              </a:xfrm>
            </p:grpSpPr>
            <p:sp>
              <p:nvSpPr>
                <p:cNvPr id="4137" name="Freeform 81">
                  <a:extLst>
                    <a:ext uri="{FF2B5EF4-FFF2-40B4-BE49-F238E27FC236}">
                      <a16:creationId xmlns:a16="http://schemas.microsoft.com/office/drawing/2014/main" id="{42481165-345A-7908-BBF9-3970851F8B6A}"/>
                    </a:ext>
                  </a:extLst>
                </p:cNvPr>
                <p:cNvSpPr/>
                <p:nvPr/>
              </p:nvSpPr>
              <p:spPr>
                <a:xfrm>
                  <a:off x="0" y="-1"/>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38" name="TextBox 82">
                  <a:extLst>
                    <a:ext uri="{FF2B5EF4-FFF2-40B4-BE49-F238E27FC236}">
                      <a16:creationId xmlns:a16="http://schemas.microsoft.com/office/drawing/2014/main" id="{B49D39E8-F7DE-4647-B9F1-ED7E5877CE33}"/>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28" name="Group 4127">
                <a:extLst>
                  <a:ext uri="{FF2B5EF4-FFF2-40B4-BE49-F238E27FC236}">
                    <a16:creationId xmlns:a16="http://schemas.microsoft.com/office/drawing/2014/main" id="{CFC415BA-8D03-D33F-6BFE-BD4ED5C088D3}"/>
                  </a:ext>
                </a:extLst>
              </p:cNvPr>
              <p:cNvGrpSpPr/>
              <p:nvPr/>
            </p:nvGrpSpPr>
            <p:grpSpPr>
              <a:xfrm>
                <a:off x="2550273" y="2291714"/>
                <a:ext cx="1327848" cy="1327848"/>
                <a:chOff x="0" y="0"/>
                <a:chExt cx="812800" cy="812800"/>
              </a:xfrm>
            </p:grpSpPr>
            <p:sp>
              <p:nvSpPr>
                <p:cNvPr id="4135" name="Freeform 85">
                  <a:extLst>
                    <a:ext uri="{FF2B5EF4-FFF2-40B4-BE49-F238E27FC236}">
                      <a16:creationId xmlns:a16="http://schemas.microsoft.com/office/drawing/2014/main" id="{FC6D4788-8A95-BCB4-A54E-310DD675FF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36" name="TextBox 86">
                  <a:extLst>
                    <a:ext uri="{FF2B5EF4-FFF2-40B4-BE49-F238E27FC236}">
                      <a16:creationId xmlns:a16="http://schemas.microsoft.com/office/drawing/2014/main" id="{23784445-90A5-F631-0FB8-CE933C104B4A}"/>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29" name="Group 4128">
                <a:extLst>
                  <a:ext uri="{FF2B5EF4-FFF2-40B4-BE49-F238E27FC236}">
                    <a16:creationId xmlns:a16="http://schemas.microsoft.com/office/drawing/2014/main" id="{CE9B690A-308C-29E7-F929-758D6B3D46C7}"/>
                  </a:ext>
                </a:extLst>
              </p:cNvPr>
              <p:cNvGrpSpPr/>
              <p:nvPr/>
            </p:nvGrpSpPr>
            <p:grpSpPr>
              <a:xfrm>
                <a:off x="2288008" y="3914240"/>
                <a:ext cx="1852378" cy="507497"/>
                <a:chOff x="0" y="-28575"/>
                <a:chExt cx="773787" cy="211995"/>
              </a:xfrm>
            </p:grpSpPr>
            <p:sp>
              <p:nvSpPr>
                <p:cNvPr id="4133" name="Freeform 88">
                  <a:extLst>
                    <a:ext uri="{FF2B5EF4-FFF2-40B4-BE49-F238E27FC236}">
                      <a16:creationId xmlns:a16="http://schemas.microsoft.com/office/drawing/2014/main" id="{3DC35A3A-A1D7-1E2B-7AFE-22CAD741BC68}"/>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134" name="TextBox 89">
                  <a:extLst>
                    <a:ext uri="{FF2B5EF4-FFF2-40B4-BE49-F238E27FC236}">
                      <a16:creationId xmlns:a16="http://schemas.microsoft.com/office/drawing/2014/main" id="{1D41E6AA-EEFF-882B-CCEF-ECFCB15D398D}"/>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130" name="Group 4129">
                <a:extLst>
                  <a:ext uri="{FF2B5EF4-FFF2-40B4-BE49-F238E27FC236}">
                    <a16:creationId xmlns:a16="http://schemas.microsoft.com/office/drawing/2014/main" id="{13334DE3-AE87-C5EF-18D1-790C745196D8}"/>
                  </a:ext>
                </a:extLst>
              </p:cNvPr>
              <p:cNvGrpSpPr/>
              <p:nvPr/>
            </p:nvGrpSpPr>
            <p:grpSpPr>
              <a:xfrm>
                <a:off x="2613965" y="2355789"/>
                <a:ext cx="1200465" cy="1200465"/>
                <a:chOff x="0" y="0"/>
                <a:chExt cx="812800" cy="812800"/>
              </a:xfrm>
            </p:grpSpPr>
            <p:sp>
              <p:nvSpPr>
                <p:cNvPr id="4132" name="Freeform 91">
                  <a:extLst>
                    <a:ext uri="{FF2B5EF4-FFF2-40B4-BE49-F238E27FC236}">
                      <a16:creationId xmlns:a16="http://schemas.microsoft.com/office/drawing/2014/main" id="{17707429-1108-9B18-FB06-BB6CA73B92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b="-49999"/>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131" name="TextBox 92">
                <a:extLst>
                  <a:ext uri="{FF2B5EF4-FFF2-40B4-BE49-F238E27FC236}">
                    <a16:creationId xmlns:a16="http://schemas.microsoft.com/office/drawing/2014/main" id="{D9CD24D0-6F83-CC0D-CA23-D3CCD95917C6}"/>
                  </a:ext>
                </a:extLst>
              </p:cNvPr>
              <p:cNvSpPr txBox="1"/>
              <p:nvPr/>
            </p:nvSpPr>
            <p:spPr>
              <a:xfrm>
                <a:off x="2177940" y="3482117"/>
                <a:ext cx="2072514" cy="40304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Chidi Eze</a:t>
                </a:r>
              </a:p>
            </p:txBody>
          </p:sp>
        </p:grpSp>
        <p:sp>
          <p:nvSpPr>
            <p:cNvPr id="4140" name="TextBox 108">
              <a:extLst>
                <a:ext uri="{FF2B5EF4-FFF2-40B4-BE49-F238E27FC236}">
                  <a16:creationId xmlns:a16="http://schemas.microsoft.com/office/drawing/2014/main" id="{A0B65F3C-FCC2-4C55-0E03-25FAAC6959FC}"/>
                </a:ext>
              </a:extLst>
            </p:cNvPr>
            <p:cNvSpPr txBox="1"/>
            <p:nvPr/>
          </p:nvSpPr>
          <p:spPr>
            <a:xfrm>
              <a:off x="2214967" y="3204551"/>
              <a:ext cx="1036943" cy="27770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462"/>
                </a:lnSpc>
              </a:pPr>
              <a:r>
                <a:rPr lang="en-US" sz="1100">
                  <a:solidFill>
                    <a:srgbClr val="FFF9F9"/>
                  </a:solidFill>
                  <a:latin typeface="Quicksand"/>
                  <a:ea typeface="Quicksand"/>
                  <a:cs typeface="Quicksand"/>
                  <a:sym typeface="Quicksand"/>
                </a:rPr>
                <a:t>Division Head</a:t>
              </a:r>
            </a:p>
          </p:txBody>
        </p:sp>
      </p:grpSp>
      <p:cxnSp>
        <p:nvCxnSpPr>
          <p:cNvPr id="4214" name="Straight Connector 4213">
            <a:extLst>
              <a:ext uri="{FF2B5EF4-FFF2-40B4-BE49-F238E27FC236}">
                <a16:creationId xmlns:a16="http://schemas.microsoft.com/office/drawing/2014/main" id="{4CE46A4C-CC65-3A81-8980-61E33F01D890}"/>
              </a:ext>
            </a:extLst>
          </p:cNvPr>
          <p:cNvCxnSpPr>
            <a:cxnSpLocks/>
          </p:cNvCxnSpPr>
          <p:nvPr/>
        </p:nvCxnSpPr>
        <p:spPr>
          <a:xfrm>
            <a:off x="4438512" y="2216213"/>
            <a:ext cx="0" cy="6753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17" name="Straight Connector 4216">
            <a:extLst>
              <a:ext uri="{FF2B5EF4-FFF2-40B4-BE49-F238E27FC236}">
                <a16:creationId xmlns:a16="http://schemas.microsoft.com/office/drawing/2014/main" id="{B79F975F-BFC4-4F8F-D8F2-55331C243B8B}"/>
              </a:ext>
            </a:extLst>
          </p:cNvPr>
          <p:cNvCxnSpPr>
            <a:cxnSpLocks/>
          </p:cNvCxnSpPr>
          <p:nvPr/>
        </p:nvCxnSpPr>
        <p:spPr>
          <a:xfrm>
            <a:off x="4479057" y="3323908"/>
            <a:ext cx="0" cy="57095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19" name="Straight Connector 4218">
            <a:extLst>
              <a:ext uri="{FF2B5EF4-FFF2-40B4-BE49-F238E27FC236}">
                <a16:creationId xmlns:a16="http://schemas.microsoft.com/office/drawing/2014/main" id="{160E5EB8-3638-D905-23B3-57DC6A0636AA}"/>
              </a:ext>
            </a:extLst>
          </p:cNvPr>
          <p:cNvCxnSpPr>
            <a:cxnSpLocks/>
          </p:cNvCxnSpPr>
          <p:nvPr/>
        </p:nvCxnSpPr>
        <p:spPr>
          <a:xfrm>
            <a:off x="847493" y="3508917"/>
            <a:ext cx="735237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23" name="Straight Connector 4222">
            <a:extLst>
              <a:ext uri="{FF2B5EF4-FFF2-40B4-BE49-F238E27FC236}">
                <a16:creationId xmlns:a16="http://schemas.microsoft.com/office/drawing/2014/main" id="{FD9C60C9-1C56-2188-66C3-D62AD3B35BFA}"/>
              </a:ext>
            </a:extLst>
          </p:cNvPr>
          <p:cNvCxnSpPr>
            <a:cxnSpLocks/>
          </p:cNvCxnSpPr>
          <p:nvPr/>
        </p:nvCxnSpPr>
        <p:spPr>
          <a:xfrm>
            <a:off x="847493" y="3508917"/>
            <a:ext cx="0" cy="235401"/>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29" name="Straight Connector 4228">
            <a:extLst>
              <a:ext uri="{FF2B5EF4-FFF2-40B4-BE49-F238E27FC236}">
                <a16:creationId xmlns:a16="http://schemas.microsoft.com/office/drawing/2014/main" id="{B9CE6961-EF08-0F5D-2765-D324890C76A3}"/>
              </a:ext>
            </a:extLst>
          </p:cNvPr>
          <p:cNvCxnSpPr>
            <a:cxnSpLocks/>
          </p:cNvCxnSpPr>
          <p:nvPr/>
        </p:nvCxnSpPr>
        <p:spPr>
          <a:xfrm>
            <a:off x="8199863" y="3508917"/>
            <a:ext cx="0" cy="38594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30" name="Straight Connector 4229">
            <a:extLst>
              <a:ext uri="{FF2B5EF4-FFF2-40B4-BE49-F238E27FC236}">
                <a16:creationId xmlns:a16="http://schemas.microsoft.com/office/drawing/2014/main" id="{3E9888C4-223C-DD82-CC04-C7516CB3EB54}"/>
              </a:ext>
            </a:extLst>
          </p:cNvPr>
          <p:cNvCxnSpPr>
            <a:cxnSpLocks/>
          </p:cNvCxnSpPr>
          <p:nvPr/>
        </p:nvCxnSpPr>
        <p:spPr>
          <a:xfrm>
            <a:off x="2657708" y="3508917"/>
            <a:ext cx="0" cy="38594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31" name="Straight Connector 4230">
            <a:extLst>
              <a:ext uri="{FF2B5EF4-FFF2-40B4-BE49-F238E27FC236}">
                <a16:creationId xmlns:a16="http://schemas.microsoft.com/office/drawing/2014/main" id="{DCFD2531-A9F3-373F-8EE4-118515E67A78}"/>
              </a:ext>
            </a:extLst>
          </p:cNvPr>
          <p:cNvCxnSpPr>
            <a:cxnSpLocks/>
          </p:cNvCxnSpPr>
          <p:nvPr/>
        </p:nvCxnSpPr>
        <p:spPr>
          <a:xfrm>
            <a:off x="6434254" y="3508917"/>
            <a:ext cx="0" cy="38594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4245" name="Group 4244">
            <a:extLst>
              <a:ext uri="{FF2B5EF4-FFF2-40B4-BE49-F238E27FC236}">
                <a16:creationId xmlns:a16="http://schemas.microsoft.com/office/drawing/2014/main" id="{6444F46B-BA95-B8D9-D917-196922538F05}"/>
              </a:ext>
            </a:extLst>
          </p:cNvPr>
          <p:cNvGrpSpPr/>
          <p:nvPr/>
        </p:nvGrpSpPr>
        <p:grpSpPr>
          <a:xfrm>
            <a:off x="210805" y="3661988"/>
            <a:ext cx="1240514" cy="1057304"/>
            <a:chOff x="3525846" y="1639837"/>
            <a:chExt cx="2072514" cy="1863826"/>
          </a:xfrm>
        </p:grpSpPr>
        <p:grpSp>
          <p:nvGrpSpPr>
            <p:cNvPr id="4232" name="Group 4231">
              <a:extLst>
                <a:ext uri="{FF2B5EF4-FFF2-40B4-BE49-F238E27FC236}">
                  <a16:creationId xmlns:a16="http://schemas.microsoft.com/office/drawing/2014/main" id="{70C162F6-D445-6816-EC20-25458CDE0636}"/>
                </a:ext>
              </a:extLst>
            </p:cNvPr>
            <p:cNvGrpSpPr/>
            <p:nvPr/>
          </p:nvGrpSpPr>
          <p:grpSpPr>
            <a:xfrm>
              <a:off x="3767756" y="2682764"/>
              <a:ext cx="1702601" cy="444073"/>
              <a:chOff x="0" y="-28575"/>
              <a:chExt cx="812800" cy="211995"/>
            </a:xfrm>
          </p:grpSpPr>
          <p:sp>
            <p:nvSpPr>
              <p:cNvPr id="4243" name="Freeform 45">
                <a:extLst>
                  <a:ext uri="{FF2B5EF4-FFF2-40B4-BE49-F238E27FC236}">
                    <a16:creationId xmlns:a16="http://schemas.microsoft.com/office/drawing/2014/main" id="{B4BE8ADB-9237-9CF1-51A7-7F75ABA692A4}"/>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44" name="TextBox 46">
                <a:extLst>
                  <a:ext uri="{FF2B5EF4-FFF2-40B4-BE49-F238E27FC236}">
                    <a16:creationId xmlns:a16="http://schemas.microsoft.com/office/drawing/2014/main" id="{791CA373-B7B8-05EE-98C2-FC0C21EABBD8}"/>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33" name="Group 4232">
              <a:extLst>
                <a:ext uri="{FF2B5EF4-FFF2-40B4-BE49-F238E27FC236}">
                  <a16:creationId xmlns:a16="http://schemas.microsoft.com/office/drawing/2014/main" id="{A0A4384F-B2EF-981A-D0BE-BBCC91C93825}"/>
                </a:ext>
              </a:extLst>
            </p:cNvPr>
            <p:cNvGrpSpPr/>
            <p:nvPr/>
          </p:nvGrpSpPr>
          <p:grpSpPr>
            <a:xfrm>
              <a:off x="4038105" y="1639837"/>
              <a:ext cx="1161902" cy="1161902"/>
              <a:chOff x="0" y="0"/>
              <a:chExt cx="812800" cy="812800"/>
            </a:xfrm>
          </p:grpSpPr>
          <p:sp>
            <p:nvSpPr>
              <p:cNvPr id="4241" name="Freeform 49">
                <a:extLst>
                  <a:ext uri="{FF2B5EF4-FFF2-40B4-BE49-F238E27FC236}">
                    <a16:creationId xmlns:a16="http://schemas.microsoft.com/office/drawing/2014/main" id="{2370DA30-7F2B-92D2-9323-BF1B3ACA08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42" name="TextBox 50">
                <a:extLst>
                  <a:ext uri="{FF2B5EF4-FFF2-40B4-BE49-F238E27FC236}">
                    <a16:creationId xmlns:a16="http://schemas.microsoft.com/office/drawing/2014/main" id="{A727AA96-D634-AF05-1E76-B13BBCA6D10D}"/>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34" name="Group 4233">
              <a:extLst>
                <a:ext uri="{FF2B5EF4-FFF2-40B4-BE49-F238E27FC236}">
                  <a16:creationId xmlns:a16="http://schemas.microsoft.com/office/drawing/2014/main" id="{CB3B0C53-E1E3-2E50-5D89-6AF856951A37}"/>
                </a:ext>
              </a:extLst>
            </p:cNvPr>
            <p:cNvGrpSpPr/>
            <p:nvPr/>
          </p:nvGrpSpPr>
          <p:grpSpPr>
            <a:xfrm>
              <a:off x="3808616" y="3059590"/>
              <a:ext cx="1620880" cy="444073"/>
              <a:chOff x="0" y="-28575"/>
              <a:chExt cx="773787" cy="211995"/>
            </a:xfrm>
          </p:grpSpPr>
          <p:sp>
            <p:nvSpPr>
              <p:cNvPr id="4239" name="Freeform 52">
                <a:extLst>
                  <a:ext uri="{FF2B5EF4-FFF2-40B4-BE49-F238E27FC236}">
                    <a16:creationId xmlns:a16="http://schemas.microsoft.com/office/drawing/2014/main" id="{046C6030-D884-13C7-D5DE-3BBEA09B904E}"/>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40" name="TextBox 53">
                <a:extLst>
                  <a:ext uri="{FF2B5EF4-FFF2-40B4-BE49-F238E27FC236}">
                    <a16:creationId xmlns:a16="http://schemas.microsoft.com/office/drawing/2014/main" id="{18551A78-AEDB-D39A-84DC-5FAE4F83DCCD}"/>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35" name="Group 4234">
              <a:extLst>
                <a:ext uri="{FF2B5EF4-FFF2-40B4-BE49-F238E27FC236}">
                  <a16:creationId xmlns:a16="http://schemas.microsoft.com/office/drawing/2014/main" id="{8F8AA4F8-0330-4F5C-B9C1-BD4517600D52}"/>
                </a:ext>
              </a:extLst>
            </p:cNvPr>
            <p:cNvGrpSpPr/>
            <p:nvPr/>
          </p:nvGrpSpPr>
          <p:grpSpPr>
            <a:xfrm>
              <a:off x="4126787" y="1720774"/>
              <a:ext cx="1000028" cy="1000028"/>
              <a:chOff x="0" y="0"/>
              <a:chExt cx="812800" cy="812800"/>
            </a:xfrm>
          </p:grpSpPr>
          <p:sp>
            <p:nvSpPr>
              <p:cNvPr id="4238" name="Freeform 59">
                <a:extLst>
                  <a:ext uri="{FF2B5EF4-FFF2-40B4-BE49-F238E27FC236}">
                    <a16:creationId xmlns:a16="http://schemas.microsoft.com/office/drawing/2014/main" id="{FC9A7677-D533-D2FE-2196-FCF8D4EFF0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b="-49439"/>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236" name="TextBox 109">
              <a:extLst>
                <a:ext uri="{FF2B5EF4-FFF2-40B4-BE49-F238E27FC236}">
                  <a16:creationId xmlns:a16="http://schemas.microsoft.com/office/drawing/2014/main" id="{B8E54434-2D1E-B288-0112-63A1F0E62F89}"/>
                </a:ext>
              </a:extLst>
            </p:cNvPr>
            <p:cNvSpPr txBox="1"/>
            <p:nvPr/>
          </p:nvSpPr>
          <p:spPr>
            <a:xfrm>
              <a:off x="3525846" y="2689499"/>
              <a:ext cx="2072514" cy="22961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Howard Ong</a:t>
              </a:r>
            </a:p>
          </p:txBody>
        </p:sp>
        <p:sp>
          <p:nvSpPr>
            <p:cNvPr id="4237" name="TextBox 110">
              <a:extLst>
                <a:ext uri="{FF2B5EF4-FFF2-40B4-BE49-F238E27FC236}">
                  <a16:creationId xmlns:a16="http://schemas.microsoft.com/office/drawing/2014/main" id="{3CC4A9A4-94C3-FB07-BACB-D881F16F9D89}"/>
                </a:ext>
              </a:extLst>
            </p:cNvPr>
            <p:cNvSpPr txBox="1"/>
            <p:nvPr/>
          </p:nvSpPr>
          <p:spPr>
            <a:xfrm>
              <a:off x="3644654" y="3034719"/>
              <a:ext cx="1788513" cy="25675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75"/>
                </a:lnSpc>
              </a:pPr>
              <a:r>
                <a:rPr lang="en-US" sz="1100">
                  <a:solidFill>
                    <a:srgbClr val="FFF9F9"/>
                  </a:solidFill>
                  <a:latin typeface="Quicksand"/>
                  <a:ea typeface="Quicksand"/>
                  <a:cs typeface="Quicksand"/>
                  <a:sym typeface="Quicksand"/>
                </a:rPr>
                <a:t>Employee</a:t>
              </a:r>
            </a:p>
          </p:txBody>
        </p:sp>
      </p:grpSp>
      <p:grpSp>
        <p:nvGrpSpPr>
          <p:cNvPr id="4260" name="Group 4259">
            <a:extLst>
              <a:ext uri="{FF2B5EF4-FFF2-40B4-BE49-F238E27FC236}">
                <a16:creationId xmlns:a16="http://schemas.microsoft.com/office/drawing/2014/main" id="{E7FC6599-37A5-5A5B-4A98-069EE4A38837}"/>
              </a:ext>
            </a:extLst>
          </p:cNvPr>
          <p:cNvGrpSpPr/>
          <p:nvPr/>
        </p:nvGrpSpPr>
        <p:grpSpPr>
          <a:xfrm>
            <a:off x="2027319" y="3622478"/>
            <a:ext cx="1258967" cy="1114496"/>
            <a:chOff x="2118510" y="2948096"/>
            <a:chExt cx="2072514" cy="1863826"/>
          </a:xfrm>
        </p:grpSpPr>
        <p:grpSp>
          <p:nvGrpSpPr>
            <p:cNvPr id="4247" name="Group 4246">
              <a:extLst>
                <a:ext uri="{FF2B5EF4-FFF2-40B4-BE49-F238E27FC236}">
                  <a16:creationId xmlns:a16="http://schemas.microsoft.com/office/drawing/2014/main" id="{12CCCFB2-1341-8ECB-192D-67FC74906571}"/>
                </a:ext>
              </a:extLst>
            </p:cNvPr>
            <p:cNvGrpSpPr/>
            <p:nvPr/>
          </p:nvGrpSpPr>
          <p:grpSpPr>
            <a:xfrm>
              <a:off x="2316151" y="3991023"/>
              <a:ext cx="1702601" cy="444073"/>
              <a:chOff x="0" y="-28575"/>
              <a:chExt cx="812800" cy="211995"/>
            </a:xfrm>
          </p:grpSpPr>
          <p:sp>
            <p:nvSpPr>
              <p:cNvPr id="4258" name="Freeform 35">
                <a:extLst>
                  <a:ext uri="{FF2B5EF4-FFF2-40B4-BE49-F238E27FC236}">
                    <a16:creationId xmlns:a16="http://schemas.microsoft.com/office/drawing/2014/main" id="{D467A423-EDA2-0DF6-5860-09D9EE800432}"/>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59" name="TextBox 36">
                <a:extLst>
                  <a:ext uri="{FF2B5EF4-FFF2-40B4-BE49-F238E27FC236}">
                    <a16:creationId xmlns:a16="http://schemas.microsoft.com/office/drawing/2014/main" id="{C24B7C91-FFB3-666D-42DD-AFF594DEC2BC}"/>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48" name="Group 4247">
              <a:extLst>
                <a:ext uri="{FF2B5EF4-FFF2-40B4-BE49-F238E27FC236}">
                  <a16:creationId xmlns:a16="http://schemas.microsoft.com/office/drawing/2014/main" id="{E8D751D0-BD0E-ABF0-62E0-53AB32D03201}"/>
                </a:ext>
              </a:extLst>
            </p:cNvPr>
            <p:cNvGrpSpPr/>
            <p:nvPr/>
          </p:nvGrpSpPr>
          <p:grpSpPr>
            <a:xfrm>
              <a:off x="2586500" y="2948096"/>
              <a:ext cx="1161902" cy="1161902"/>
              <a:chOff x="0" y="0"/>
              <a:chExt cx="812800" cy="812800"/>
            </a:xfrm>
          </p:grpSpPr>
          <p:sp>
            <p:nvSpPr>
              <p:cNvPr id="4256" name="Freeform 39">
                <a:extLst>
                  <a:ext uri="{FF2B5EF4-FFF2-40B4-BE49-F238E27FC236}">
                    <a16:creationId xmlns:a16="http://schemas.microsoft.com/office/drawing/2014/main" id="{615E1B5D-FFB9-CC6B-ECE0-7730E8316F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57" name="TextBox 40">
                <a:extLst>
                  <a:ext uri="{FF2B5EF4-FFF2-40B4-BE49-F238E27FC236}">
                    <a16:creationId xmlns:a16="http://schemas.microsoft.com/office/drawing/2014/main" id="{3B0479F0-66E2-57A1-0D30-F935CE96A8B7}"/>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49" name="Group 4248">
              <a:extLst>
                <a:ext uri="{FF2B5EF4-FFF2-40B4-BE49-F238E27FC236}">
                  <a16:creationId xmlns:a16="http://schemas.microsoft.com/office/drawing/2014/main" id="{13EEA60D-865B-AB7F-03B2-05DCD52F38C0}"/>
                </a:ext>
              </a:extLst>
            </p:cNvPr>
            <p:cNvGrpSpPr/>
            <p:nvPr/>
          </p:nvGrpSpPr>
          <p:grpSpPr>
            <a:xfrm>
              <a:off x="2357011" y="4367849"/>
              <a:ext cx="1620880" cy="444073"/>
              <a:chOff x="0" y="-28575"/>
              <a:chExt cx="773787" cy="211995"/>
            </a:xfrm>
          </p:grpSpPr>
          <p:sp>
            <p:nvSpPr>
              <p:cNvPr id="4254" name="Freeform 42">
                <a:extLst>
                  <a:ext uri="{FF2B5EF4-FFF2-40B4-BE49-F238E27FC236}">
                    <a16:creationId xmlns:a16="http://schemas.microsoft.com/office/drawing/2014/main" id="{239EE01C-DC59-8E26-D6DC-5EA9CE757FB7}"/>
                  </a:ext>
                </a:extLst>
              </p:cNvPr>
              <p:cNvSpPr/>
              <p:nvPr/>
            </p:nvSpPr>
            <p:spPr>
              <a:xfrm>
                <a:off x="0" y="-1"/>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55" name="TextBox 43">
                <a:extLst>
                  <a:ext uri="{FF2B5EF4-FFF2-40B4-BE49-F238E27FC236}">
                    <a16:creationId xmlns:a16="http://schemas.microsoft.com/office/drawing/2014/main" id="{8052AD53-6BFB-8FDE-B858-83CDFBD4C565}"/>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50" name="Group 4249">
              <a:extLst>
                <a:ext uri="{FF2B5EF4-FFF2-40B4-BE49-F238E27FC236}">
                  <a16:creationId xmlns:a16="http://schemas.microsoft.com/office/drawing/2014/main" id="{D000C3D4-FC67-B072-8DEF-3B9B0CF7C4D0}"/>
                </a:ext>
              </a:extLst>
            </p:cNvPr>
            <p:cNvGrpSpPr/>
            <p:nvPr/>
          </p:nvGrpSpPr>
          <p:grpSpPr>
            <a:xfrm>
              <a:off x="2652574" y="3014170"/>
              <a:ext cx="1029755" cy="1029755"/>
              <a:chOff x="0" y="0"/>
              <a:chExt cx="812800" cy="812800"/>
            </a:xfrm>
          </p:grpSpPr>
          <p:sp>
            <p:nvSpPr>
              <p:cNvPr id="4253" name="Freeform 57">
                <a:extLst>
                  <a:ext uri="{FF2B5EF4-FFF2-40B4-BE49-F238E27FC236}">
                    <a16:creationId xmlns:a16="http://schemas.microsoft.com/office/drawing/2014/main" id="{93CF3C57-ADEB-2287-BB9A-AA54AF1810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25000" t="-14426" r="-48889" b="-1500"/>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251" name="TextBox 111">
              <a:extLst>
                <a:ext uri="{FF2B5EF4-FFF2-40B4-BE49-F238E27FC236}">
                  <a16:creationId xmlns:a16="http://schemas.microsoft.com/office/drawing/2014/main" id="{6F4EB2D7-C8FF-14AC-F1B2-5CB975FEC48A}"/>
                </a:ext>
              </a:extLst>
            </p:cNvPr>
            <p:cNvSpPr txBox="1"/>
            <p:nvPr/>
          </p:nvSpPr>
          <p:spPr>
            <a:xfrm>
              <a:off x="2118510" y="4041563"/>
              <a:ext cx="2072514" cy="229615"/>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Benjamin Sha</a:t>
              </a:r>
            </a:p>
          </p:txBody>
        </p:sp>
        <p:sp>
          <p:nvSpPr>
            <p:cNvPr id="4252" name="TextBox 112">
              <a:extLst>
                <a:ext uri="{FF2B5EF4-FFF2-40B4-BE49-F238E27FC236}">
                  <a16:creationId xmlns:a16="http://schemas.microsoft.com/office/drawing/2014/main" id="{803DD92D-92C6-CD79-F40C-7E3239516C6B}"/>
                </a:ext>
              </a:extLst>
            </p:cNvPr>
            <p:cNvSpPr txBox="1"/>
            <p:nvPr/>
          </p:nvSpPr>
          <p:spPr>
            <a:xfrm>
              <a:off x="2213204" y="4351324"/>
              <a:ext cx="1788513" cy="25675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75"/>
                </a:lnSpc>
              </a:pPr>
              <a:r>
                <a:rPr lang="en-US" sz="1100">
                  <a:solidFill>
                    <a:srgbClr val="FFF9F9"/>
                  </a:solidFill>
                  <a:latin typeface="Quicksand"/>
                  <a:ea typeface="Quicksand"/>
                  <a:cs typeface="Quicksand"/>
                  <a:sym typeface="Quicksand"/>
                </a:rPr>
                <a:t>Employee</a:t>
              </a:r>
            </a:p>
          </p:txBody>
        </p:sp>
      </p:grpSp>
      <p:grpSp>
        <p:nvGrpSpPr>
          <p:cNvPr id="4274" name="Group 4273">
            <a:extLst>
              <a:ext uri="{FF2B5EF4-FFF2-40B4-BE49-F238E27FC236}">
                <a16:creationId xmlns:a16="http://schemas.microsoft.com/office/drawing/2014/main" id="{0207DF42-F310-55AD-4B25-2CD36F45D07F}"/>
              </a:ext>
            </a:extLst>
          </p:cNvPr>
          <p:cNvGrpSpPr/>
          <p:nvPr/>
        </p:nvGrpSpPr>
        <p:grpSpPr>
          <a:xfrm>
            <a:off x="3809459" y="3605197"/>
            <a:ext cx="1345828" cy="1131777"/>
            <a:chOff x="3526129" y="1639837"/>
            <a:chExt cx="2072514" cy="1863827"/>
          </a:xfrm>
        </p:grpSpPr>
        <p:grpSp>
          <p:nvGrpSpPr>
            <p:cNvPr id="4261" name="Group 4260">
              <a:extLst>
                <a:ext uri="{FF2B5EF4-FFF2-40B4-BE49-F238E27FC236}">
                  <a16:creationId xmlns:a16="http://schemas.microsoft.com/office/drawing/2014/main" id="{2B4FF75C-B760-0181-2908-3E056A7C05B2}"/>
                </a:ext>
              </a:extLst>
            </p:cNvPr>
            <p:cNvGrpSpPr/>
            <p:nvPr/>
          </p:nvGrpSpPr>
          <p:grpSpPr>
            <a:xfrm>
              <a:off x="3699007" y="2682765"/>
              <a:ext cx="1702601" cy="444073"/>
              <a:chOff x="0" y="-28575"/>
              <a:chExt cx="812800" cy="211995"/>
            </a:xfrm>
          </p:grpSpPr>
          <p:sp>
            <p:nvSpPr>
              <p:cNvPr id="4272" name="Freeform 25">
                <a:extLst>
                  <a:ext uri="{FF2B5EF4-FFF2-40B4-BE49-F238E27FC236}">
                    <a16:creationId xmlns:a16="http://schemas.microsoft.com/office/drawing/2014/main" id="{610310AC-EDC5-D393-E48E-67DEDB4309C5}"/>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73" name="TextBox 26">
                <a:extLst>
                  <a:ext uri="{FF2B5EF4-FFF2-40B4-BE49-F238E27FC236}">
                    <a16:creationId xmlns:a16="http://schemas.microsoft.com/office/drawing/2014/main" id="{63BCF272-0FBF-90DA-E689-85863B32E231}"/>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62" name="Group 4261">
              <a:extLst>
                <a:ext uri="{FF2B5EF4-FFF2-40B4-BE49-F238E27FC236}">
                  <a16:creationId xmlns:a16="http://schemas.microsoft.com/office/drawing/2014/main" id="{07281276-0D5C-11C0-06D2-75054DB416E7}"/>
                </a:ext>
              </a:extLst>
            </p:cNvPr>
            <p:cNvGrpSpPr/>
            <p:nvPr/>
          </p:nvGrpSpPr>
          <p:grpSpPr>
            <a:xfrm>
              <a:off x="3969356" y="1639837"/>
              <a:ext cx="1161902" cy="1161902"/>
              <a:chOff x="0" y="0"/>
              <a:chExt cx="812800" cy="812800"/>
            </a:xfrm>
          </p:grpSpPr>
          <p:sp>
            <p:nvSpPr>
              <p:cNvPr id="4270" name="Freeform 29">
                <a:extLst>
                  <a:ext uri="{FF2B5EF4-FFF2-40B4-BE49-F238E27FC236}">
                    <a16:creationId xmlns:a16="http://schemas.microsoft.com/office/drawing/2014/main" id="{14634C10-2425-2796-6AC1-F8CDE869C1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71" name="TextBox 30">
                <a:extLst>
                  <a:ext uri="{FF2B5EF4-FFF2-40B4-BE49-F238E27FC236}">
                    <a16:creationId xmlns:a16="http://schemas.microsoft.com/office/drawing/2014/main" id="{9934FB7B-9B17-F69B-7B08-A0F2F9D6E682}"/>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63" name="Group 4262">
              <a:extLst>
                <a:ext uri="{FF2B5EF4-FFF2-40B4-BE49-F238E27FC236}">
                  <a16:creationId xmlns:a16="http://schemas.microsoft.com/office/drawing/2014/main" id="{F57DBB8A-7A65-96BC-0F94-73CB985BDEE0}"/>
                </a:ext>
              </a:extLst>
            </p:cNvPr>
            <p:cNvGrpSpPr/>
            <p:nvPr/>
          </p:nvGrpSpPr>
          <p:grpSpPr>
            <a:xfrm>
              <a:off x="3739867" y="3059591"/>
              <a:ext cx="1620880" cy="444073"/>
              <a:chOff x="0" y="-28575"/>
              <a:chExt cx="773787" cy="211995"/>
            </a:xfrm>
          </p:grpSpPr>
          <p:sp>
            <p:nvSpPr>
              <p:cNvPr id="4268" name="Freeform 32">
                <a:extLst>
                  <a:ext uri="{FF2B5EF4-FFF2-40B4-BE49-F238E27FC236}">
                    <a16:creationId xmlns:a16="http://schemas.microsoft.com/office/drawing/2014/main" id="{E6CC1421-E649-A178-F775-DA9320C49732}"/>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69" name="TextBox 33">
                <a:extLst>
                  <a:ext uri="{FF2B5EF4-FFF2-40B4-BE49-F238E27FC236}">
                    <a16:creationId xmlns:a16="http://schemas.microsoft.com/office/drawing/2014/main" id="{5C1A9D2E-E458-4C95-D87A-5450C1FB4BE5}"/>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64" name="Group 4263">
              <a:extLst>
                <a:ext uri="{FF2B5EF4-FFF2-40B4-BE49-F238E27FC236}">
                  <a16:creationId xmlns:a16="http://schemas.microsoft.com/office/drawing/2014/main" id="{4E16675E-AE86-5F33-DE1D-FF7577140A3A}"/>
                </a:ext>
              </a:extLst>
            </p:cNvPr>
            <p:cNvGrpSpPr/>
            <p:nvPr/>
          </p:nvGrpSpPr>
          <p:grpSpPr>
            <a:xfrm>
              <a:off x="4029216" y="1699697"/>
              <a:ext cx="1042183" cy="1042183"/>
              <a:chOff x="0" y="0"/>
              <a:chExt cx="812800" cy="812800"/>
            </a:xfrm>
          </p:grpSpPr>
          <p:sp>
            <p:nvSpPr>
              <p:cNvPr id="4267" name="Freeform 61">
                <a:extLst>
                  <a:ext uri="{FF2B5EF4-FFF2-40B4-BE49-F238E27FC236}">
                    <a16:creationId xmlns:a16="http://schemas.microsoft.com/office/drawing/2014/main" id="{CD7ABCD3-A4C8-874E-A9F5-51786AC03C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b="-49999"/>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265" name="TextBox 113">
              <a:extLst>
                <a:ext uri="{FF2B5EF4-FFF2-40B4-BE49-F238E27FC236}">
                  <a16:creationId xmlns:a16="http://schemas.microsoft.com/office/drawing/2014/main" id="{0F96F5AE-0C92-3BFF-3A1F-334CB37B6988}"/>
                </a:ext>
              </a:extLst>
            </p:cNvPr>
            <p:cNvSpPr txBox="1"/>
            <p:nvPr/>
          </p:nvSpPr>
          <p:spPr>
            <a:xfrm>
              <a:off x="3526129" y="2708435"/>
              <a:ext cx="2072514" cy="22961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Alfredo Tores</a:t>
              </a:r>
            </a:p>
          </p:txBody>
        </p:sp>
        <p:sp>
          <p:nvSpPr>
            <p:cNvPr id="4266" name="TextBox 114">
              <a:extLst>
                <a:ext uri="{FF2B5EF4-FFF2-40B4-BE49-F238E27FC236}">
                  <a16:creationId xmlns:a16="http://schemas.microsoft.com/office/drawing/2014/main" id="{E680632A-5B53-D6D4-7273-5DEB33FB8032}"/>
                </a:ext>
              </a:extLst>
            </p:cNvPr>
            <p:cNvSpPr txBox="1"/>
            <p:nvPr/>
          </p:nvSpPr>
          <p:spPr>
            <a:xfrm>
              <a:off x="3613096" y="3033294"/>
              <a:ext cx="1788512" cy="256757"/>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75"/>
                </a:lnSpc>
              </a:pPr>
              <a:r>
                <a:rPr lang="en-US" sz="1100">
                  <a:solidFill>
                    <a:srgbClr val="FFF9F9"/>
                  </a:solidFill>
                  <a:latin typeface="Quicksand"/>
                  <a:ea typeface="Quicksand"/>
                  <a:cs typeface="Quicksand"/>
                  <a:sym typeface="Quicksand"/>
                </a:rPr>
                <a:t>Employee</a:t>
              </a:r>
            </a:p>
          </p:txBody>
        </p:sp>
      </p:grpSp>
      <p:grpSp>
        <p:nvGrpSpPr>
          <p:cNvPr id="4288" name="Group 4287">
            <a:extLst>
              <a:ext uri="{FF2B5EF4-FFF2-40B4-BE49-F238E27FC236}">
                <a16:creationId xmlns:a16="http://schemas.microsoft.com/office/drawing/2014/main" id="{839B149C-E511-D865-0048-EDCD74181560}"/>
              </a:ext>
            </a:extLst>
          </p:cNvPr>
          <p:cNvGrpSpPr/>
          <p:nvPr/>
        </p:nvGrpSpPr>
        <p:grpSpPr>
          <a:xfrm>
            <a:off x="5849930" y="3604607"/>
            <a:ext cx="1236010" cy="1171294"/>
            <a:chOff x="3536878" y="1639837"/>
            <a:chExt cx="2072514" cy="1863827"/>
          </a:xfrm>
        </p:grpSpPr>
        <p:grpSp>
          <p:nvGrpSpPr>
            <p:cNvPr id="4275" name="Group 4274">
              <a:extLst>
                <a:ext uri="{FF2B5EF4-FFF2-40B4-BE49-F238E27FC236}">
                  <a16:creationId xmlns:a16="http://schemas.microsoft.com/office/drawing/2014/main" id="{EE9C59A1-DC88-A037-5E05-7BF052725C61}"/>
                </a:ext>
              </a:extLst>
            </p:cNvPr>
            <p:cNvGrpSpPr/>
            <p:nvPr/>
          </p:nvGrpSpPr>
          <p:grpSpPr>
            <a:xfrm>
              <a:off x="3694070" y="2682765"/>
              <a:ext cx="1702601" cy="444073"/>
              <a:chOff x="0" y="-28575"/>
              <a:chExt cx="812800" cy="211995"/>
            </a:xfrm>
          </p:grpSpPr>
          <p:sp>
            <p:nvSpPr>
              <p:cNvPr id="4286" name="Freeform 15">
                <a:extLst>
                  <a:ext uri="{FF2B5EF4-FFF2-40B4-BE49-F238E27FC236}">
                    <a16:creationId xmlns:a16="http://schemas.microsoft.com/office/drawing/2014/main" id="{37C2814E-01D1-F3F1-EF0F-C736C39EE4CD}"/>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87" name="TextBox 16">
                <a:extLst>
                  <a:ext uri="{FF2B5EF4-FFF2-40B4-BE49-F238E27FC236}">
                    <a16:creationId xmlns:a16="http://schemas.microsoft.com/office/drawing/2014/main" id="{4C8F49D8-147C-74AB-BDA2-8F89CF38779B}"/>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76" name="Group 4275">
              <a:extLst>
                <a:ext uri="{FF2B5EF4-FFF2-40B4-BE49-F238E27FC236}">
                  <a16:creationId xmlns:a16="http://schemas.microsoft.com/office/drawing/2014/main" id="{D84CAB98-8B78-FD3A-9213-AB060F9357D2}"/>
                </a:ext>
              </a:extLst>
            </p:cNvPr>
            <p:cNvGrpSpPr/>
            <p:nvPr/>
          </p:nvGrpSpPr>
          <p:grpSpPr>
            <a:xfrm>
              <a:off x="3964419" y="1639837"/>
              <a:ext cx="1161902" cy="1161902"/>
              <a:chOff x="0" y="0"/>
              <a:chExt cx="812800" cy="812800"/>
            </a:xfrm>
          </p:grpSpPr>
          <p:sp>
            <p:nvSpPr>
              <p:cNvPr id="4284" name="Freeform 19">
                <a:extLst>
                  <a:ext uri="{FF2B5EF4-FFF2-40B4-BE49-F238E27FC236}">
                    <a16:creationId xmlns:a16="http://schemas.microsoft.com/office/drawing/2014/main" id="{9E9D7FF5-C10A-3E02-579E-13835D1559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85" name="TextBox 20">
                <a:extLst>
                  <a:ext uri="{FF2B5EF4-FFF2-40B4-BE49-F238E27FC236}">
                    <a16:creationId xmlns:a16="http://schemas.microsoft.com/office/drawing/2014/main" id="{FE081EDB-AC59-FD0A-1384-7826EA0A4425}"/>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77" name="Group 4276">
              <a:extLst>
                <a:ext uri="{FF2B5EF4-FFF2-40B4-BE49-F238E27FC236}">
                  <a16:creationId xmlns:a16="http://schemas.microsoft.com/office/drawing/2014/main" id="{A6054111-8870-3FDF-D55C-3100DB2A39EF}"/>
                </a:ext>
              </a:extLst>
            </p:cNvPr>
            <p:cNvGrpSpPr/>
            <p:nvPr/>
          </p:nvGrpSpPr>
          <p:grpSpPr>
            <a:xfrm>
              <a:off x="3734930" y="3059591"/>
              <a:ext cx="1620880" cy="444073"/>
              <a:chOff x="0" y="-28575"/>
              <a:chExt cx="773787" cy="211995"/>
            </a:xfrm>
          </p:grpSpPr>
          <p:sp>
            <p:nvSpPr>
              <p:cNvPr id="4282" name="Freeform 22">
                <a:extLst>
                  <a:ext uri="{FF2B5EF4-FFF2-40B4-BE49-F238E27FC236}">
                    <a16:creationId xmlns:a16="http://schemas.microsoft.com/office/drawing/2014/main" id="{8EB4665A-2570-2CA3-9174-55F4D24DD1E6}"/>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83" name="TextBox 23">
                <a:extLst>
                  <a:ext uri="{FF2B5EF4-FFF2-40B4-BE49-F238E27FC236}">
                    <a16:creationId xmlns:a16="http://schemas.microsoft.com/office/drawing/2014/main" id="{BE852588-BAC9-FC98-0597-CD040D5F75AF}"/>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78" name="Group 4277">
              <a:extLst>
                <a:ext uri="{FF2B5EF4-FFF2-40B4-BE49-F238E27FC236}">
                  <a16:creationId xmlns:a16="http://schemas.microsoft.com/office/drawing/2014/main" id="{3BDF8B74-F98C-71B4-2E20-FE072E023964}"/>
                </a:ext>
              </a:extLst>
            </p:cNvPr>
            <p:cNvGrpSpPr/>
            <p:nvPr/>
          </p:nvGrpSpPr>
          <p:grpSpPr>
            <a:xfrm>
              <a:off x="4031731" y="1705911"/>
              <a:ext cx="1027279" cy="1027279"/>
              <a:chOff x="0" y="0"/>
              <a:chExt cx="812800" cy="812800"/>
            </a:xfrm>
          </p:grpSpPr>
          <p:sp>
            <p:nvSpPr>
              <p:cNvPr id="4281" name="Freeform 63">
                <a:extLst>
                  <a:ext uri="{FF2B5EF4-FFF2-40B4-BE49-F238E27FC236}">
                    <a16:creationId xmlns:a16="http://schemas.microsoft.com/office/drawing/2014/main" id="{97673489-9E7B-A48E-590A-B2449A4D51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t="-24953" b="-24953"/>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279" name="TextBox 115">
              <a:extLst>
                <a:ext uri="{FF2B5EF4-FFF2-40B4-BE49-F238E27FC236}">
                  <a16:creationId xmlns:a16="http://schemas.microsoft.com/office/drawing/2014/main" id="{F5C4F667-0EF1-EBC0-4627-E5200FAB8ED6}"/>
                </a:ext>
              </a:extLst>
            </p:cNvPr>
            <p:cNvSpPr txBox="1"/>
            <p:nvPr/>
          </p:nvSpPr>
          <p:spPr>
            <a:xfrm>
              <a:off x="3536878" y="2711528"/>
              <a:ext cx="2072514" cy="22961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Drew Feig</a:t>
              </a:r>
            </a:p>
          </p:txBody>
        </p:sp>
        <p:sp>
          <p:nvSpPr>
            <p:cNvPr id="4280" name="TextBox 116">
              <a:extLst>
                <a:ext uri="{FF2B5EF4-FFF2-40B4-BE49-F238E27FC236}">
                  <a16:creationId xmlns:a16="http://schemas.microsoft.com/office/drawing/2014/main" id="{6CD62BAB-BCB7-AEAF-E6D2-9261B25E4ED2}"/>
                </a:ext>
              </a:extLst>
            </p:cNvPr>
            <p:cNvSpPr txBox="1"/>
            <p:nvPr/>
          </p:nvSpPr>
          <p:spPr>
            <a:xfrm>
              <a:off x="3674109" y="3011405"/>
              <a:ext cx="1788513" cy="25675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75"/>
                </a:lnSpc>
              </a:pPr>
              <a:r>
                <a:rPr lang="en-US" sz="1100">
                  <a:solidFill>
                    <a:srgbClr val="FFF9F9"/>
                  </a:solidFill>
                  <a:latin typeface="Quicksand"/>
                  <a:ea typeface="Quicksand"/>
                  <a:cs typeface="Quicksand"/>
                  <a:sym typeface="Quicksand"/>
                </a:rPr>
                <a:t>Employee</a:t>
              </a:r>
            </a:p>
          </p:txBody>
        </p:sp>
      </p:grpSp>
      <p:grpSp>
        <p:nvGrpSpPr>
          <p:cNvPr id="4302" name="Group 4301">
            <a:extLst>
              <a:ext uri="{FF2B5EF4-FFF2-40B4-BE49-F238E27FC236}">
                <a16:creationId xmlns:a16="http://schemas.microsoft.com/office/drawing/2014/main" id="{9E2324AE-D0C5-904A-16F9-3611D59EEAA2}"/>
              </a:ext>
            </a:extLst>
          </p:cNvPr>
          <p:cNvGrpSpPr/>
          <p:nvPr/>
        </p:nvGrpSpPr>
        <p:grpSpPr>
          <a:xfrm>
            <a:off x="7531974" y="3654931"/>
            <a:ext cx="1256425" cy="1063133"/>
            <a:chOff x="3538298" y="1639837"/>
            <a:chExt cx="2072514" cy="1863827"/>
          </a:xfrm>
        </p:grpSpPr>
        <p:grpSp>
          <p:nvGrpSpPr>
            <p:cNvPr id="4289" name="Group 4288">
              <a:extLst>
                <a:ext uri="{FF2B5EF4-FFF2-40B4-BE49-F238E27FC236}">
                  <a16:creationId xmlns:a16="http://schemas.microsoft.com/office/drawing/2014/main" id="{DCDBD065-6D1E-3864-B471-3A151CB58ADB}"/>
                </a:ext>
              </a:extLst>
            </p:cNvPr>
            <p:cNvGrpSpPr/>
            <p:nvPr/>
          </p:nvGrpSpPr>
          <p:grpSpPr>
            <a:xfrm>
              <a:off x="3741076" y="2682765"/>
              <a:ext cx="1702601" cy="444073"/>
              <a:chOff x="0" y="-28575"/>
              <a:chExt cx="812800" cy="211995"/>
            </a:xfrm>
          </p:grpSpPr>
          <p:sp>
            <p:nvSpPr>
              <p:cNvPr id="4300" name="Freeform 6">
                <a:extLst>
                  <a:ext uri="{FF2B5EF4-FFF2-40B4-BE49-F238E27FC236}">
                    <a16:creationId xmlns:a16="http://schemas.microsoft.com/office/drawing/2014/main" id="{0BE223AE-89ED-78C8-CF48-9CD9678B092A}"/>
                  </a:ext>
                </a:extLst>
              </p:cNvPr>
              <p:cNvSpPr/>
              <p:nvPr/>
            </p:nvSpPr>
            <p:spPr>
              <a:xfrm>
                <a:off x="0" y="0"/>
                <a:ext cx="812800" cy="183420"/>
              </a:xfrm>
              <a:custGeom>
                <a:avLst/>
                <a:gdLst/>
                <a:ahLst/>
                <a:cxnLst/>
                <a:rect l="l" t="t" r="r" b="b"/>
                <a:pathLst>
                  <a:path w="812800" h="183420">
                    <a:moveTo>
                      <a:pt x="0" y="0"/>
                    </a:moveTo>
                    <a:lnTo>
                      <a:pt x="812800" y="0"/>
                    </a:lnTo>
                    <a:lnTo>
                      <a:pt x="812800" y="183420"/>
                    </a:lnTo>
                    <a:lnTo>
                      <a:pt x="0" y="183420"/>
                    </a:lnTo>
                    <a:close/>
                  </a:path>
                </a:pathLst>
              </a:custGeom>
              <a:solidFill>
                <a:srgbClr val="FFF6F6"/>
              </a:solidFill>
              <a:ln w="19050"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301" name="TextBox 7">
                <a:extLst>
                  <a:ext uri="{FF2B5EF4-FFF2-40B4-BE49-F238E27FC236}">
                    <a16:creationId xmlns:a16="http://schemas.microsoft.com/office/drawing/2014/main" id="{7B17F2B3-4E70-4DFA-BC8B-81BA7A355225}"/>
                  </a:ext>
                </a:extLst>
              </p:cNvPr>
              <p:cNvSpPr txBox="1"/>
              <p:nvPr/>
            </p:nvSpPr>
            <p:spPr>
              <a:xfrm>
                <a:off x="0" y="-28575"/>
                <a:ext cx="812800"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90" name="Group 4289">
              <a:extLst>
                <a:ext uri="{FF2B5EF4-FFF2-40B4-BE49-F238E27FC236}">
                  <a16:creationId xmlns:a16="http://schemas.microsoft.com/office/drawing/2014/main" id="{B3C2622C-BA3A-46E1-1585-1B412A3A6763}"/>
                </a:ext>
              </a:extLst>
            </p:cNvPr>
            <p:cNvGrpSpPr/>
            <p:nvPr/>
          </p:nvGrpSpPr>
          <p:grpSpPr>
            <a:xfrm>
              <a:off x="4011426" y="1639837"/>
              <a:ext cx="1161902" cy="1161902"/>
              <a:chOff x="0" y="0"/>
              <a:chExt cx="812800" cy="812800"/>
            </a:xfrm>
          </p:grpSpPr>
          <p:sp>
            <p:nvSpPr>
              <p:cNvPr id="4298" name="Freeform 9">
                <a:extLst>
                  <a:ext uri="{FF2B5EF4-FFF2-40B4-BE49-F238E27FC236}">
                    <a16:creationId xmlns:a16="http://schemas.microsoft.com/office/drawing/2014/main" id="{7405E02C-D85A-0AF6-C2A8-A04AD363685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6F6"/>
              </a:solidFill>
              <a:ln w="28575" cap="sq">
                <a:solidFill>
                  <a:srgbClr val="7D0C0C"/>
                </a:solid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99" name="TextBox 10">
                <a:extLst>
                  <a:ext uri="{FF2B5EF4-FFF2-40B4-BE49-F238E27FC236}">
                    <a16:creationId xmlns:a16="http://schemas.microsoft.com/office/drawing/2014/main" id="{2CACDAD2-5075-7FA1-C01A-FE4B2CDEFF9F}"/>
                  </a:ext>
                </a:extLst>
              </p:cNvPr>
              <p:cNvSpPr txBox="1"/>
              <p:nvPr/>
            </p:nvSpPr>
            <p:spPr>
              <a:xfrm>
                <a:off x="76200" y="47625"/>
                <a:ext cx="660400" cy="68897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91" name="Group 4290">
              <a:extLst>
                <a:ext uri="{FF2B5EF4-FFF2-40B4-BE49-F238E27FC236}">
                  <a16:creationId xmlns:a16="http://schemas.microsoft.com/office/drawing/2014/main" id="{2EECD987-5F4D-B479-7A10-1D6CD1212F84}"/>
                </a:ext>
              </a:extLst>
            </p:cNvPr>
            <p:cNvGrpSpPr/>
            <p:nvPr/>
          </p:nvGrpSpPr>
          <p:grpSpPr>
            <a:xfrm>
              <a:off x="3781937" y="3059591"/>
              <a:ext cx="1620880" cy="444073"/>
              <a:chOff x="0" y="-28575"/>
              <a:chExt cx="773787" cy="211995"/>
            </a:xfrm>
          </p:grpSpPr>
          <p:sp>
            <p:nvSpPr>
              <p:cNvPr id="4296" name="Freeform 12">
                <a:extLst>
                  <a:ext uri="{FF2B5EF4-FFF2-40B4-BE49-F238E27FC236}">
                    <a16:creationId xmlns:a16="http://schemas.microsoft.com/office/drawing/2014/main" id="{D4914871-1419-D1AD-96C9-A499AFD48E8B}"/>
                  </a:ext>
                </a:extLst>
              </p:cNvPr>
              <p:cNvSpPr/>
              <p:nvPr/>
            </p:nvSpPr>
            <p:spPr>
              <a:xfrm>
                <a:off x="0" y="0"/>
                <a:ext cx="773787" cy="183420"/>
              </a:xfrm>
              <a:custGeom>
                <a:avLst/>
                <a:gdLst/>
                <a:ahLst/>
                <a:cxnLst/>
                <a:rect l="l" t="t" r="r" b="b"/>
                <a:pathLst>
                  <a:path w="773787" h="183420">
                    <a:moveTo>
                      <a:pt x="0" y="0"/>
                    </a:moveTo>
                    <a:lnTo>
                      <a:pt x="773787" y="0"/>
                    </a:lnTo>
                    <a:lnTo>
                      <a:pt x="773787" y="183420"/>
                    </a:lnTo>
                    <a:lnTo>
                      <a:pt x="0" y="183420"/>
                    </a:lnTo>
                    <a:close/>
                  </a:path>
                </a:pathLst>
              </a:custGeom>
              <a:solidFill>
                <a:srgbClr val="7D0C0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sp>
            <p:nvSpPr>
              <p:cNvPr id="4297" name="TextBox 13">
                <a:extLst>
                  <a:ext uri="{FF2B5EF4-FFF2-40B4-BE49-F238E27FC236}">
                    <a16:creationId xmlns:a16="http://schemas.microsoft.com/office/drawing/2014/main" id="{19C7E79E-219F-8860-1E87-F3B609813DA0}"/>
                  </a:ext>
                </a:extLst>
              </p:cNvPr>
              <p:cNvSpPr txBox="1"/>
              <p:nvPr/>
            </p:nvSpPr>
            <p:spPr>
              <a:xfrm>
                <a:off x="0" y="-28575"/>
                <a:ext cx="773787" cy="21199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60"/>
                  </a:lnSpc>
                </a:pPr>
                <a:endParaRPr sz="1100"/>
              </a:p>
            </p:txBody>
          </p:sp>
        </p:grpSp>
        <p:grpSp>
          <p:nvGrpSpPr>
            <p:cNvPr id="4292" name="Group 4291">
              <a:extLst>
                <a:ext uri="{FF2B5EF4-FFF2-40B4-BE49-F238E27FC236}">
                  <a16:creationId xmlns:a16="http://schemas.microsoft.com/office/drawing/2014/main" id="{7629BA4C-8B43-EE45-7503-52DA2EF280DB}"/>
                </a:ext>
              </a:extLst>
            </p:cNvPr>
            <p:cNvGrpSpPr/>
            <p:nvPr/>
          </p:nvGrpSpPr>
          <p:grpSpPr>
            <a:xfrm>
              <a:off x="4082931" y="1711343"/>
              <a:ext cx="1018891" cy="1018891"/>
              <a:chOff x="0" y="0"/>
              <a:chExt cx="812800" cy="812800"/>
            </a:xfrm>
          </p:grpSpPr>
          <p:sp>
            <p:nvSpPr>
              <p:cNvPr id="4295" name="Freeform 55">
                <a:extLst>
                  <a:ext uri="{FF2B5EF4-FFF2-40B4-BE49-F238E27FC236}">
                    <a16:creationId xmlns:a16="http://schemas.microsoft.com/office/drawing/2014/main" id="{909E537C-D6BC-2545-0E49-BA66530DCC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t="-24999" b="-25000"/>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sz="1100"/>
              </a:p>
            </p:txBody>
          </p:sp>
        </p:grpSp>
        <p:sp>
          <p:nvSpPr>
            <p:cNvPr id="4293" name="TextBox 117">
              <a:extLst>
                <a:ext uri="{FF2B5EF4-FFF2-40B4-BE49-F238E27FC236}">
                  <a16:creationId xmlns:a16="http://schemas.microsoft.com/office/drawing/2014/main" id="{4942D82F-B978-D4F2-A804-F2F393AFCD00}"/>
                </a:ext>
              </a:extLst>
            </p:cNvPr>
            <p:cNvSpPr txBox="1"/>
            <p:nvPr/>
          </p:nvSpPr>
          <p:spPr>
            <a:xfrm>
              <a:off x="3538298" y="2686172"/>
              <a:ext cx="2072514" cy="22961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041"/>
                </a:lnSpc>
              </a:pPr>
              <a:r>
                <a:rPr lang="en-US" sz="1100" spc="-5">
                  <a:solidFill>
                    <a:srgbClr val="7D0C0C"/>
                  </a:solidFill>
                  <a:latin typeface="Cantora One"/>
                  <a:ea typeface="Cantora One"/>
                  <a:cs typeface="Cantora One"/>
                  <a:sym typeface="Cantora One"/>
                </a:rPr>
                <a:t>Bailey Dupont</a:t>
              </a:r>
            </a:p>
          </p:txBody>
        </p:sp>
        <p:sp>
          <p:nvSpPr>
            <p:cNvPr id="4294" name="TextBox 118">
              <a:extLst>
                <a:ext uri="{FF2B5EF4-FFF2-40B4-BE49-F238E27FC236}">
                  <a16:creationId xmlns:a16="http://schemas.microsoft.com/office/drawing/2014/main" id="{0B9A255E-44D2-CCF5-4C89-92E9F4A66740}"/>
                </a:ext>
              </a:extLst>
            </p:cNvPr>
            <p:cNvSpPr txBox="1"/>
            <p:nvPr/>
          </p:nvSpPr>
          <p:spPr>
            <a:xfrm>
              <a:off x="3698120" y="3036377"/>
              <a:ext cx="1788512" cy="25675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75"/>
                </a:lnSpc>
              </a:pPr>
              <a:r>
                <a:rPr lang="en-US" sz="1100">
                  <a:solidFill>
                    <a:srgbClr val="FFF9F9"/>
                  </a:solidFill>
                  <a:latin typeface="Quicksand"/>
                  <a:ea typeface="Quicksand"/>
                  <a:cs typeface="Quicksand"/>
                  <a:sym typeface="Quicksand"/>
                </a:rPr>
                <a:t>Employee</a:t>
              </a:r>
            </a:p>
          </p:txBody>
        </p:sp>
      </p:grpSp>
      <p:sp>
        <p:nvSpPr>
          <p:cNvPr id="2" name="Google Shape;75;p15">
            <a:extLst>
              <a:ext uri="{FF2B5EF4-FFF2-40B4-BE49-F238E27FC236}">
                <a16:creationId xmlns:a16="http://schemas.microsoft.com/office/drawing/2014/main" id="{C51FF6B0-BA8E-9D5D-BC7D-9C57C1D9EC44}"/>
              </a:ext>
            </a:extLst>
          </p:cNvPr>
          <p:cNvSpPr txBox="1"/>
          <p:nvPr/>
        </p:nvSpPr>
        <p:spPr>
          <a:xfrm>
            <a:off x="5213975" y="84447"/>
            <a:ext cx="3930025" cy="1008746"/>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000" b="1">
                <a:solidFill>
                  <a:schemeClr val="bg1"/>
                </a:solidFill>
                <a:latin typeface="Arial Black" panose="020B0A04020102020204" pitchFamily="34" charset="0"/>
                <a:ea typeface="Inter"/>
                <a:cs typeface="Inter"/>
                <a:sym typeface="Inter"/>
              </a:rPr>
              <a:t>STRUCTURE</a:t>
            </a:r>
          </a:p>
          <a:p>
            <a:pPr marL="0" lvl="0" indent="0" algn="r" rtl="0">
              <a:spcBef>
                <a:spcPts val="0"/>
              </a:spcBef>
              <a:spcAft>
                <a:spcPts val="0"/>
              </a:spcAft>
              <a:buNone/>
            </a:pPr>
            <a:r>
              <a:rPr lang="en" sz="3000" b="1">
                <a:solidFill>
                  <a:schemeClr val="bg1"/>
                </a:solidFill>
                <a:latin typeface="Arial Black" panose="020B0A04020102020204" pitchFamily="34" charset="0"/>
                <a:ea typeface="Inter"/>
                <a:cs typeface="Inter"/>
                <a:sym typeface="Inter"/>
              </a:rPr>
              <a:t>ORGANIZATION</a:t>
            </a:r>
            <a:endParaRPr sz="3000" b="1">
              <a:solidFill>
                <a:schemeClr val="bg1"/>
              </a:solidFill>
              <a:latin typeface="Arial Black" panose="020B0A04020102020204" pitchFamily="34" charset="0"/>
              <a:ea typeface="Inter"/>
              <a:cs typeface="Inter"/>
              <a:sym typeface="Inter"/>
            </a:endParaRPr>
          </a:p>
        </p:txBody>
      </p:sp>
    </p:spTree>
    <p:extLst>
      <p:ext uri="{BB962C8B-B14F-4D97-AF65-F5344CB8AC3E}">
        <p14:creationId xmlns:p14="http://schemas.microsoft.com/office/powerpoint/2010/main" val="1767020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819BFB51-4F4E-DBCA-9429-C717B558E40F}"/>
            </a:ext>
          </a:extLst>
        </p:cNvPr>
        <p:cNvGrpSpPr/>
        <p:nvPr/>
      </p:nvGrpSpPr>
      <p:grpSpPr>
        <a:xfrm>
          <a:off x="0" y="0"/>
          <a:ext cx="0" cy="0"/>
          <a:chOff x="0" y="0"/>
          <a:chExt cx="0" cy="0"/>
        </a:xfrm>
      </p:grpSpPr>
      <p:pic>
        <p:nvPicPr>
          <p:cNvPr id="99" name="Google Shape;99;p18" title="SLIDE PRESENTATION4.jpg">
            <a:extLst>
              <a:ext uri="{FF2B5EF4-FFF2-40B4-BE49-F238E27FC236}">
                <a16:creationId xmlns:a16="http://schemas.microsoft.com/office/drawing/2014/main" id="{B9D52E55-2A9C-A18F-9B8A-B0D6C1FDDB27}"/>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104" name="Google Shape;104;p18" title="LOGO PRIMER - Orange Orange Biru.png">
            <a:extLst>
              <a:ext uri="{FF2B5EF4-FFF2-40B4-BE49-F238E27FC236}">
                <a16:creationId xmlns:a16="http://schemas.microsoft.com/office/drawing/2014/main" id="{C63F6694-FF69-8D37-1695-4D7935B68232}"/>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2" name="Google Shape;75;p15">
            <a:extLst>
              <a:ext uri="{FF2B5EF4-FFF2-40B4-BE49-F238E27FC236}">
                <a16:creationId xmlns:a16="http://schemas.microsoft.com/office/drawing/2014/main" id="{EC9F1CF7-1804-FC87-9E04-43BEE9022C3E}"/>
              </a:ext>
            </a:extLst>
          </p:cNvPr>
          <p:cNvSpPr txBox="1"/>
          <p:nvPr/>
        </p:nvSpPr>
        <p:spPr>
          <a:xfrm>
            <a:off x="5213975" y="84447"/>
            <a:ext cx="3930025" cy="1008746"/>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000" b="1">
                <a:solidFill>
                  <a:srgbClr val="E55200"/>
                </a:solidFill>
                <a:latin typeface="Arial Black" panose="020B0A04020102020204" pitchFamily="34" charset="0"/>
                <a:ea typeface="Inter"/>
                <a:cs typeface="Inter"/>
                <a:sym typeface="Inter"/>
              </a:rPr>
              <a:t>ROLE &amp; RESPOSIBILITIES</a:t>
            </a:r>
            <a:endParaRPr sz="3000" b="1">
              <a:solidFill>
                <a:srgbClr val="E55200"/>
              </a:solidFill>
              <a:latin typeface="Arial Black" panose="020B0A04020102020204" pitchFamily="34" charset="0"/>
              <a:ea typeface="Inter"/>
              <a:cs typeface="Inter"/>
              <a:sym typeface="Inter"/>
            </a:endParaRPr>
          </a:p>
        </p:txBody>
      </p:sp>
      <p:pic>
        <p:nvPicPr>
          <p:cNvPr id="2052" name="Picture 4">
            <a:extLst>
              <a:ext uri="{FF2B5EF4-FFF2-40B4-BE49-F238E27FC236}">
                <a16:creationId xmlns:a16="http://schemas.microsoft.com/office/drawing/2014/main" id="{681FA368-1C8B-3196-EF2F-0E17E35740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5529" y="2920166"/>
            <a:ext cx="3930025" cy="2146958"/>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6F5556BE-9F45-FEAA-02F0-D92E6ECFD51B}"/>
              </a:ext>
            </a:extLst>
          </p:cNvPr>
          <p:cNvGrpSpPr/>
          <p:nvPr/>
        </p:nvGrpSpPr>
        <p:grpSpPr>
          <a:xfrm>
            <a:off x="211015" y="3071446"/>
            <a:ext cx="2813129" cy="1995678"/>
            <a:chOff x="0" y="0"/>
            <a:chExt cx="926577" cy="733315"/>
          </a:xfrm>
        </p:grpSpPr>
        <p:sp>
          <p:nvSpPr>
            <p:cNvPr id="4" name="Freeform 4">
              <a:extLst>
                <a:ext uri="{FF2B5EF4-FFF2-40B4-BE49-F238E27FC236}">
                  <a16:creationId xmlns:a16="http://schemas.microsoft.com/office/drawing/2014/main" id="{DD57BDB6-2916-E199-ED6B-86939424D025}"/>
                </a:ext>
              </a:extLst>
            </p:cNvPr>
            <p:cNvSpPr/>
            <p:nvPr/>
          </p:nvSpPr>
          <p:spPr>
            <a:xfrm>
              <a:off x="0" y="0"/>
              <a:ext cx="926577" cy="733315"/>
            </a:xfrm>
            <a:custGeom>
              <a:avLst/>
              <a:gdLst/>
              <a:ahLst/>
              <a:cxnLst/>
              <a:rect l="l" t="t" r="r" b="b"/>
              <a:pathLst>
                <a:path w="926577" h="733315">
                  <a:moveTo>
                    <a:pt x="0" y="0"/>
                  </a:moveTo>
                  <a:lnTo>
                    <a:pt x="926577" y="0"/>
                  </a:lnTo>
                  <a:lnTo>
                    <a:pt x="926577" y="733315"/>
                  </a:lnTo>
                  <a:lnTo>
                    <a:pt x="0" y="733315"/>
                  </a:lnTo>
                  <a:close/>
                </a:path>
              </a:pathLst>
            </a:custGeom>
            <a:solidFill>
              <a:srgbClr val="000000">
                <a:alpha val="0"/>
              </a:srgbClr>
            </a:solidFill>
            <a:ln w="12700">
              <a:solidFill>
                <a:srgbClr val="000000"/>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14" name="Group 13">
            <a:extLst>
              <a:ext uri="{FF2B5EF4-FFF2-40B4-BE49-F238E27FC236}">
                <a16:creationId xmlns:a16="http://schemas.microsoft.com/office/drawing/2014/main" id="{7BF0BE3E-F3FA-7B41-986C-40AC5352A89A}"/>
              </a:ext>
            </a:extLst>
          </p:cNvPr>
          <p:cNvGrpSpPr/>
          <p:nvPr/>
        </p:nvGrpSpPr>
        <p:grpSpPr>
          <a:xfrm>
            <a:off x="343255" y="1093193"/>
            <a:ext cx="1302374" cy="401070"/>
            <a:chOff x="343549" y="1093193"/>
            <a:chExt cx="1319537" cy="395638"/>
          </a:xfrm>
        </p:grpSpPr>
        <p:sp>
          <p:nvSpPr>
            <p:cNvPr id="100" name="Google Shape;100;p18">
              <a:extLst>
                <a:ext uri="{FF2B5EF4-FFF2-40B4-BE49-F238E27FC236}">
                  <a16:creationId xmlns:a16="http://schemas.microsoft.com/office/drawing/2014/main" id="{4672C142-ED0C-DF86-2274-EFF30A7A0D18}"/>
                </a:ext>
              </a:extLst>
            </p:cNvPr>
            <p:cNvSpPr txBox="1"/>
            <p:nvPr/>
          </p:nvSpPr>
          <p:spPr>
            <a:xfrm>
              <a:off x="542767" y="1093193"/>
              <a:ext cx="1120319" cy="3956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Inter"/>
                  <a:ea typeface="Inter"/>
                  <a:cs typeface="Inter"/>
                  <a:sym typeface="Inter"/>
                </a:rPr>
                <a:t>Activity</a:t>
              </a:r>
              <a:endParaRPr sz="1500" b="1">
                <a:solidFill>
                  <a:schemeClr val="dk1"/>
                </a:solidFill>
                <a:latin typeface="Inter"/>
                <a:ea typeface="Inter"/>
                <a:cs typeface="Inter"/>
                <a:sym typeface="Inter"/>
              </a:endParaRPr>
            </a:p>
          </p:txBody>
        </p:sp>
        <p:sp>
          <p:nvSpPr>
            <p:cNvPr id="13" name="Freeform 2">
              <a:extLst>
                <a:ext uri="{FF2B5EF4-FFF2-40B4-BE49-F238E27FC236}">
                  <a16:creationId xmlns:a16="http://schemas.microsoft.com/office/drawing/2014/main" id="{B0321C18-F34F-51EF-3C75-54A7A25DF4DF}"/>
                </a:ext>
              </a:extLst>
            </p:cNvPr>
            <p:cNvSpPr/>
            <p:nvPr/>
          </p:nvSpPr>
          <p:spPr>
            <a:xfrm>
              <a:off x="343549" y="1176391"/>
              <a:ext cx="248767" cy="229243"/>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grpSp>
      <p:sp>
        <p:nvSpPr>
          <p:cNvPr id="15" name="Google Shape;101;p18">
            <a:extLst>
              <a:ext uri="{FF2B5EF4-FFF2-40B4-BE49-F238E27FC236}">
                <a16:creationId xmlns:a16="http://schemas.microsoft.com/office/drawing/2014/main" id="{3508439E-4586-E616-8E11-7931220643DD}"/>
              </a:ext>
            </a:extLst>
          </p:cNvPr>
          <p:cNvSpPr txBox="1"/>
          <p:nvPr/>
        </p:nvSpPr>
        <p:spPr>
          <a:xfrm>
            <a:off x="208850" y="1409923"/>
            <a:ext cx="3542535" cy="1569630"/>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 </a:t>
            </a:r>
            <a:r>
              <a:rPr lang="en-US" sz="1000" err="1">
                <a:latin typeface="Inter" panose="020B0604020202020204" charset="0"/>
                <a:ea typeface="Inter" panose="020B0604020202020204" charset="0"/>
              </a:rPr>
              <a:t>Etiam</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metus</a:t>
            </a:r>
            <a:r>
              <a:rPr lang="en-US" sz="1000">
                <a:latin typeface="Inter" panose="020B0604020202020204" charset="0"/>
                <a:ea typeface="Inter" panose="020B0604020202020204" charset="0"/>
              </a:rPr>
              <a:t> a </a:t>
            </a:r>
            <a:r>
              <a:rPr lang="en-US" sz="1000" err="1">
                <a:latin typeface="Inter" panose="020B0604020202020204" charset="0"/>
                <a:ea typeface="Inter" panose="020B0604020202020204" charset="0"/>
              </a:rPr>
              <a:t>lobortis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Nulla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imperdiet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augue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venenatis</a:t>
            </a:r>
            <a:r>
              <a:rPr lang="en-US" sz="1000">
                <a:latin typeface="Inter" panose="020B0604020202020204" charset="0"/>
                <a:ea typeface="Inter" panose="020B0604020202020204" charset="0"/>
              </a:rPr>
              <a:t> dolor,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ullamcorper</a:t>
            </a:r>
            <a:r>
              <a:rPr lang="en-US" sz="1000">
                <a:latin typeface="Inter" panose="020B0604020202020204" charset="0"/>
                <a:ea typeface="Inter" panose="020B0604020202020204" charset="0"/>
              </a:rPr>
              <a:t> magna </a:t>
            </a:r>
            <a:r>
              <a:rPr lang="en-US" sz="1000" err="1">
                <a:latin typeface="Inter" panose="020B0604020202020204" charset="0"/>
                <a:ea typeface="Inter" panose="020B0604020202020204" charset="0"/>
              </a:rPr>
              <a:t>tortor</a:t>
            </a:r>
            <a:r>
              <a:rPr lang="en-US" sz="1000">
                <a:latin typeface="Inter" panose="020B0604020202020204" charset="0"/>
                <a:ea typeface="Inter" panose="020B0604020202020204" charset="0"/>
              </a:rPr>
              <a:t> vitae </a:t>
            </a:r>
            <a:r>
              <a:rPr lang="en-US" sz="1000" err="1">
                <a:latin typeface="Inter" panose="020B0604020202020204" charset="0"/>
                <a:ea typeface="Inter" panose="020B0604020202020204" charset="0"/>
              </a:rPr>
              <a:t>velit</a:t>
            </a:r>
            <a:r>
              <a:rPr lang="en-US" sz="1000">
                <a:latin typeface="Inter" panose="020B0604020202020204" charset="0"/>
                <a:ea typeface="Inter" panose="020B0604020202020204" charset="0"/>
              </a:rPr>
              <a:t>.​</a:t>
            </a:r>
            <a:endParaRPr sz="1000">
              <a:latin typeface="Inter" panose="020B0604020202020204" charset="0"/>
              <a:ea typeface="Inter" panose="020B0604020202020204" charset="0"/>
              <a:cs typeface="Inter"/>
              <a:sym typeface="Inter"/>
            </a:endParaRPr>
          </a:p>
        </p:txBody>
      </p:sp>
      <p:grpSp>
        <p:nvGrpSpPr>
          <p:cNvPr id="16" name="Group 15">
            <a:extLst>
              <a:ext uri="{FF2B5EF4-FFF2-40B4-BE49-F238E27FC236}">
                <a16:creationId xmlns:a16="http://schemas.microsoft.com/office/drawing/2014/main" id="{E26F78C5-A81A-7821-0B8B-545730E0A8A1}"/>
              </a:ext>
            </a:extLst>
          </p:cNvPr>
          <p:cNvGrpSpPr/>
          <p:nvPr/>
        </p:nvGrpSpPr>
        <p:grpSpPr>
          <a:xfrm>
            <a:off x="3694935" y="1122663"/>
            <a:ext cx="2236123" cy="1995678"/>
            <a:chOff x="0" y="0"/>
            <a:chExt cx="926577" cy="733315"/>
          </a:xfrm>
        </p:grpSpPr>
        <p:sp>
          <p:nvSpPr>
            <p:cNvPr id="17" name="Freeform 4">
              <a:extLst>
                <a:ext uri="{FF2B5EF4-FFF2-40B4-BE49-F238E27FC236}">
                  <a16:creationId xmlns:a16="http://schemas.microsoft.com/office/drawing/2014/main" id="{9D610739-3A59-E6E4-5D5F-17FDF6C53A6E}"/>
                </a:ext>
              </a:extLst>
            </p:cNvPr>
            <p:cNvSpPr/>
            <p:nvPr/>
          </p:nvSpPr>
          <p:spPr>
            <a:xfrm>
              <a:off x="0" y="0"/>
              <a:ext cx="926577" cy="733315"/>
            </a:xfrm>
            <a:custGeom>
              <a:avLst/>
              <a:gdLst/>
              <a:ahLst/>
              <a:cxnLst/>
              <a:rect l="l" t="t" r="r" b="b"/>
              <a:pathLst>
                <a:path w="926577" h="733315">
                  <a:moveTo>
                    <a:pt x="0" y="0"/>
                  </a:moveTo>
                  <a:lnTo>
                    <a:pt x="926577" y="0"/>
                  </a:lnTo>
                  <a:lnTo>
                    <a:pt x="926577" y="733315"/>
                  </a:lnTo>
                  <a:lnTo>
                    <a:pt x="0" y="733315"/>
                  </a:lnTo>
                  <a:close/>
                </a:path>
              </a:pathLst>
            </a:custGeom>
            <a:solidFill>
              <a:srgbClr val="000000">
                <a:alpha val="0"/>
              </a:srgbClr>
            </a:solidFill>
            <a:ln w="12700">
              <a:solidFill>
                <a:srgbClr val="000000"/>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20" name="Group 19">
            <a:extLst>
              <a:ext uri="{FF2B5EF4-FFF2-40B4-BE49-F238E27FC236}">
                <a16:creationId xmlns:a16="http://schemas.microsoft.com/office/drawing/2014/main" id="{CDFB7F2C-A86A-5221-EC64-2CCB7C772A0A}"/>
              </a:ext>
            </a:extLst>
          </p:cNvPr>
          <p:cNvGrpSpPr/>
          <p:nvPr/>
        </p:nvGrpSpPr>
        <p:grpSpPr>
          <a:xfrm>
            <a:off x="6009277" y="1261885"/>
            <a:ext cx="1302374" cy="401070"/>
            <a:chOff x="343549" y="1093193"/>
            <a:chExt cx="1319537" cy="395638"/>
          </a:xfrm>
        </p:grpSpPr>
        <p:sp>
          <p:nvSpPr>
            <p:cNvPr id="21" name="Google Shape;100;p18">
              <a:extLst>
                <a:ext uri="{FF2B5EF4-FFF2-40B4-BE49-F238E27FC236}">
                  <a16:creationId xmlns:a16="http://schemas.microsoft.com/office/drawing/2014/main" id="{20EF7EDB-6733-70C5-A802-2D1F95371D5E}"/>
                </a:ext>
              </a:extLst>
            </p:cNvPr>
            <p:cNvSpPr txBox="1"/>
            <p:nvPr/>
          </p:nvSpPr>
          <p:spPr>
            <a:xfrm>
              <a:off x="542767" y="1093193"/>
              <a:ext cx="1120319" cy="3956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Inter"/>
                  <a:ea typeface="Inter"/>
                  <a:cs typeface="Inter"/>
                  <a:sym typeface="Inter"/>
                </a:rPr>
                <a:t>Activity</a:t>
              </a:r>
              <a:endParaRPr sz="1500" b="1">
                <a:solidFill>
                  <a:schemeClr val="dk1"/>
                </a:solidFill>
                <a:latin typeface="Inter"/>
                <a:ea typeface="Inter"/>
                <a:cs typeface="Inter"/>
                <a:sym typeface="Inter"/>
              </a:endParaRPr>
            </a:p>
          </p:txBody>
        </p:sp>
        <p:sp>
          <p:nvSpPr>
            <p:cNvPr id="22" name="Freeform 2">
              <a:extLst>
                <a:ext uri="{FF2B5EF4-FFF2-40B4-BE49-F238E27FC236}">
                  <a16:creationId xmlns:a16="http://schemas.microsoft.com/office/drawing/2014/main" id="{6F8A0813-46C3-C961-9D59-9B5C3165996E}"/>
                </a:ext>
              </a:extLst>
            </p:cNvPr>
            <p:cNvSpPr/>
            <p:nvPr/>
          </p:nvSpPr>
          <p:spPr>
            <a:xfrm>
              <a:off x="343549" y="1176391"/>
              <a:ext cx="248767" cy="229243"/>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grpSp>
      <p:sp>
        <p:nvSpPr>
          <p:cNvPr id="23" name="Google Shape;101;p18">
            <a:extLst>
              <a:ext uri="{FF2B5EF4-FFF2-40B4-BE49-F238E27FC236}">
                <a16:creationId xmlns:a16="http://schemas.microsoft.com/office/drawing/2014/main" id="{0AA29191-34C6-83D1-7449-697A9623C4D6}"/>
              </a:ext>
            </a:extLst>
          </p:cNvPr>
          <p:cNvSpPr txBox="1"/>
          <p:nvPr/>
        </p:nvSpPr>
        <p:spPr>
          <a:xfrm>
            <a:off x="5944723" y="1611062"/>
            <a:ext cx="3199277" cy="1107965"/>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grpSp>
        <p:nvGrpSpPr>
          <p:cNvPr id="24" name="Group 23">
            <a:extLst>
              <a:ext uri="{FF2B5EF4-FFF2-40B4-BE49-F238E27FC236}">
                <a16:creationId xmlns:a16="http://schemas.microsoft.com/office/drawing/2014/main" id="{B5A83F8D-FE5E-4875-6DE5-88EDAC39604A}"/>
              </a:ext>
            </a:extLst>
          </p:cNvPr>
          <p:cNvGrpSpPr/>
          <p:nvPr/>
        </p:nvGrpSpPr>
        <p:grpSpPr>
          <a:xfrm>
            <a:off x="6766951" y="3036361"/>
            <a:ext cx="1302374" cy="401070"/>
            <a:chOff x="343549" y="1093193"/>
            <a:chExt cx="1319537" cy="395638"/>
          </a:xfrm>
        </p:grpSpPr>
        <p:sp>
          <p:nvSpPr>
            <p:cNvPr id="25" name="Google Shape;100;p18">
              <a:extLst>
                <a:ext uri="{FF2B5EF4-FFF2-40B4-BE49-F238E27FC236}">
                  <a16:creationId xmlns:a16="http://schemas.microsoft.com/office/drawing/2014/main" id="{65725F3C-F926-E211-F26B-0FC1D05E63F4}"/>
                </a:ext>
              </a:extLst>
            </p:cNvPr>
            <p:cNvSpPr txBox="1"/>
            <p:nvPr/>
          </p:nvSpPr>
          <p:spPr>
            <a:xfrm>
              <a:off x="542767" y="1093193"/>
              <a:ext cx="1120319" cy="39563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Inter"/>
                  <a:ea typeface="Inter"/>
                  <a:cs typeface="Inter"/>
                  <a:sym typeface="Inter"/>
                </a:rPr>
                <a:t>Activity</a:t>
              </a:r>
              <a:endParaRPr sz="1500" b="1">
                <a:solidFill>
                  <a:schemeClr val="dk1"/>
                </a:solidFill>
                <a:latin typeface="Inter"/>
                <a:ea typeface="Inter"/>
                <a:cs typeface="Inter"/>
                <a:sym typeface="Inter"/>
              </a:endParaRPr>
            </a:p>
          </p:txBody>
        </p:sp>
        <p:sp>
          <p:nvSpPr>
            <p:cNvPr id="26" name="Freeform 2">
              <a:extLst>
                <a:ext uri="{FF2B5EF4-FFF2-40B4-BE49-F238E27FC236}">
                  <a16:creationId xmlns:a16="http://schemas.microsoft.com/office/drawing/2014/main" id="{26FE8404-3FD6-5607-2094-93B536E6850E}"/>
                </a:ext>
              </a:extLst>
            </p:cNvPr>
            <p:cNvSpPr/>
            <p:nvPr/>
          </p:nvSpPr>
          <p:spPr>
            <a:xfrm>
              <a:off x="343549" y="1176391"/>
              <a:ext cx="248767" cy="229243"/>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grpSp>
      <p:sp>
        <p:nvSpPr>
          <p:cNvPr id="27" name="Google Shape;101;p18">
            <a:extLst>
              <a:ext uri="{FF2B5EF4-FFF2-40B4-BE49-F238E27FC236}">
                <a16:creationId xmlns:a16="http://schemas.microsoft.com/office/drawing/2014/main" id="{486B0EB4-F190-766C-5CAF-F7CD7A176988}"/>
              </a:ext>
            </a:extLst>
          </p:cNvPr>
          <p:cNvSpPr txBox="1"/>
          <p:nvPr/>
        </p:nvSpPr>
        <p:spPr>
          <a:xfrm>
            <a:off x="6669612" y="3353091"/>
            <a:ext cx="2474388" cy="1107965"/>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t>
            </a:r>
            <a:endParaRPr sz="1000">
              <a:latin typeface="Inter" panose="020B0604020202020204" charset="0"/>
              <a:ea typeface="Inter" panose="020B0604020202020204" charset="0"/>
              <a:cs typeface="Inter"/>
              <a:sym typeface="Inter"/>
            </a:endParaRPr>
          </a:p>
        </p:txBody>
      </p:sp>
      <p:sp>
        <p:nvSpPr>
          <p:cNvPr id="28" name="Google Shape;58;p13">
            <a:extLst>
              <a:ext uri="{FF2B5EF4-FFF2-40B4-BE49-F238E27FC236}">
                <a16:creationId xmlns:a16="http://schemas.microsoft.com/office/drawing/2014/main" id="{059D3FDC-7646-264E-9CF7-5A3EC3F463EC}"/>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(07)</a:t>
            </a:r>
            <a:endParaRPr sz="1000">
              <a:solidFill>
                <a:schemeClr val="tx1"/>
              </a:solidFill>
              <a:latin typeface="Inter"/>
              <a:ea typeface="Inter"/>
              <a:cs typeface="Inter"/>
              <a:sym typeface="Inter"/>
            </a:endParaRPr>
          </a:p>
        </p:txBody>
      </p:sp>
    </p:spTree>
    <p:extLst>
      <p:ext uri="{BB962C8B-B14F-4D97-AF65-F5344CB8AC3E}">
        <p14:creationId xmlns:p14="http://schemas.microsoft.com/office/powerpoint/2010/main" val="2230106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00000"/>
        </a:solidFill>
        <a:effectLst/>
      </p:bgPr>
    </p:bg>
    <p:spTree>
      <p:nvGrpSpPr>
        <p:cNvPr id="1" name="Shape 87"/>
        <p:cNvGrpSpPr/>
        <p:nvPr/>
      </p:nvGrpSpPr>
      <p:grpSpPr>
        <a:xfrm>
          <a:off x="0" y="0"/>
          <a:ext cx="0" cy="0"/>
          <a:chOff x="0" y="0"/>
          <a:chExt cx="0" cy="0"/>
        </a:xfrm>
      </p:grpSpPr>
      <p:pic>
        <p:nvPicPr>
          <p:cNvPr id="88" name="Google Shape;88;p17" title="SLIDE PRESENTATION4.jpg"/>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93" name="Google Shape;93;p17" title="LOGO PRIMER - Putih Orange  Putih.png"/>
          <p:cNvPicPr preferRelativeResize="0"/>
          <p:nvPr/>
        </p:nvPicPr>
        <p:blipFill rotWithShape="1">
          <a:blip r:embed="rId4">
            <a:alphaModFix/>
          </a:blip>
          <a:srcRect/>
          <a:stretch/>
        </p:blipFill>
        <p:spPr>
          <a:xfrm>
            <a:off x="244625" y="254625"/>
            <a:ext cx="1324677" cy="503824"/>
          </a:xfrm>
          <a:prstGeom prst="rect">
            <a:avLst/>
          </a:prstGeom>
          <a:noFill/>
          <a:ln>
            <a:noFill/>
          </a:ln>
        </p:spPr>
      </p:pic>
      <p:sp>
        <p:nvSpPr>
          <p:cNvPr id="2" name="Google Shape;75;p15">
            <a:extLst>
              <a:ext uri="{FF2B5EF4-FFF2-40B4-BE49-F238E27FC236}">
                <a16:creationId xmlns:a16="http://schemas.microsoft.com/office/drawing/2014/main" id="{03B54377-903C-E9C0-8FD6-F1D4A36FD445}"/>
              </a:ext>
            </a:extLst>
          </p:cNvPr>
          <p:cNvSpPr txBox="1"/>
          <p:nvPr/>
        </p:nvSpPr>
        <p:spPr>
          <a:xfrm>
            <a:off x="5018051" y="84447"/>
            <a:ext cx="4125950" cy="1008746"/>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000" b="1">
                <a:solidFill>
                  <a:schemeClr val="bg1"/>
                </a:solidFill>
                <a:latin typeface="Arial Black" panose="020B0A04020102020204" pitchFamily="34" charset="0"/>
                <a:ea typeface="Inter"/>
                <a:cs typeface="Inter"/>
                <a:sym typeface="Inter"/>
              </a:rPr>
              <a:t>ROLE &amp; RESPOSIBILITIES</a:t>
            </a:r>
            <a:endParaRPr sz="3000" b="1">
              <a:solidFill>
                <a:schemeClr val="bg1"/>
              </a:solidFill>
              <a:latin typeface="Arial Black" panose="020B0A04020102020204" pitchFamily="34" charset="0"/>
              <a:ea typeface="Inter"/>
              <a:cs typeface="Inter"/>
              <a:sym typeface="Inter"/>
            </a:endParaRPr>
          </a:p>
        </p:txBody>
      </p:sp>
      <p:sp>
        <p:nvSpPr>
          <p:cNvPr id="3" name="Google Shape;101;p18">
            <a:extLst>
              <a:ext uri="{FF2B5EF4-FFF2-40B4-BE49-F238E27FC236}">
                <a16:creationId xmlns:a16="http://schemas.microsoft.com/office/drawing/2014/main" id="{946D0CFD-EE7C-0ED8-89AD-7136190340A7}"/>
              </a:ext>
            </a:extLst>
          </p:cNvPr>
          <p:cNvSpPr txBox="1"/>
          <p:nvPr/>
        </p:nvSpPr>
        <p:spPr>
          <a:xfrm>
            <a:off x="126788" y="1087194"/>
            <a:ext cx="6350212" cy="492412"/>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endParaRPr sz="1000">
              <a:solidFill>
                <a:schemeClr val="bg1"/>
              </a:solidFill>
              <a:latin typeface="Inter" panose="020B0604020202020204" charset="0"/>
              <a:ea typeface="Inter" panose="020B0604020202020204" charset="0"/>
              <a:cs typeface="Inter"/>
              <a:sym typeface="Inter"/>
            </a:endParaRPr>
          </a:p>
        </p:txBody>
      </p:sp>
      <p:pic>
        <p:nvPicPr>
          <p:cNvPr id="4102" name="Picture 6">
            <a:extLst>
              <a:ext uri="{FF2B5EF4-FFF2-40B4-BE49-F238E27FC236}">
                <a16:creationId xmlns:a16="http://schemas.microsoft.com/office/drawing/2014/main" id="{A7A3B895-61BE-46F7-8AB1-CE367EA43E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755" y="1600574"/>
            <a:ext cx="4660118" cy="24271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11">
            <a:extLst>
              <a:ext uri="{FF2B5EF4-FFF2-40B4-BE49-F238E27FC236}">
                <a16:creationId xmlns:a16="http://schemas.microsoft.com/office/drawing/2014/main" id="{8CDF1353-1BA0-0554-4EF5-F041777C7BE0}"/>
              </a:ext>
            </a:extLst>
          </p:cNvPr>
          <p:cNvSpPr txBox="1"/>
          <p:nvPr/>
        </p:nvSpPr>
        <p:spPr>
          <a:xfrm>
            <a:off x="1382606" y="1600574"/>
            <a:ext cx="2150415" cy="307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a:solidFill>
                  <a:srgbClr val="EEEEEE"/>
                </a:solidFill>
                <a:latin typeface="DM Sans Bold"/>
                <a:ea typeface="DM Sans Bold"/>
                <a:cs typeface="DM Sans Bold"/>
                <a:sym typeface="DM Sans Bold"/>
              </a:rPr>
              <a:t>JOB REPORT</a:t>
            </a:r>
          </a:p>
        </p:txBody>
      </p:sp>
      <p:pic>
        <p:nvPicPr>
          <p:cNvPr id="4104" name="Picture 8">
            <a:extLst>
              <a:ext uri="{FF2B5EF4-FFF2-40B4-BE49-F238E27FC236}">
                <a16:creationId xmlns:a16="http://schemas.microsoft.com/office/drawing/2014/main" id="{44771D35-CC58-E9AB-1FBD-64B317D4CE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872" y="1743924"/>
            <a:ext cx="4203724" cy="22624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1">
            <a:extLst>
              <a:ext uri="{FF2B5EF4-FFF2-40B4-BE49-F238E27FC236}">
                <a16:creationId xmlns:a16="http://schemas.microsoft.com/office/drawing/2014/main" id="{178A0A47-906E-41DE-2EB0-862DB99AAADD}"/>
              </a:ext>
            </a:extLst>
          </p:cNvPr>
          <p:cNvSpPr txBox="1"/>
          <p:nvPr/>
        </p:nvSpPr>
        <p:spPr>
          <a:xfrm>
            <a:off x="5511936" y="1651286"/>
            <a:ext cx="3138182" cy="30777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a:solidFill>
                  <a:srgbClr val="EEEEEE"/>
                </a:solidFill>
                <a:latin typeface="DM Sans Bold"/>
                <a:ea typeface="DM Sans Bold"/>
                <a:cs typeface="DM Sans Bold"/>
                <a:sym typeface="DM Sans Bold"/>
              </a:rPr>
              <a:t>PROGRESS REPORT</a:t>
            </a:r>
          </a:p>
        </p:txBody>
      </p:sp>
      <p:grpSp>
        <p:nvGrpSpPr>
          <p:cNvPr id="6" name="Group 5">
            <a:extLst>
              <a:ext uri="{FF2B5EF4-FFF2-40B4-BE49-F238E27FC236}">
                <a16:creationId xmlns:a16="http://schemas.microsoft.com/office/drawing/2014/main" id="{6871236F-E708-C92A-8E9E-D41B760FFA67}"/>
              </a:ext>
            </a:extLst>
          </p:cNvPr>
          <p:cNvGrpSpPr/>
          <p:nvPr/>
        </p:nvGrpSpPr>
        <p:grpSpPr>
          <a:xfrm>
            <a:off x="1545855" y="3888134"/>
            <a:ext cx="1895845" cy="1102966"/>
            <a:chOff x="0" y="0"/>
            <a:chExt cx="1189407" cy="680609"/>
          </a:xfrm>
        </p:grpSpPr>
        <p:sp>
          <p:nvSpPr>
            <p:cNvPr id="7" name="Freeform 3">
              <a:extLst>
                <a:ext uri="{FF2B5EF4-FFF2-40B4-BE49-F238E27FC236}">
                  <a16:creationId xmlns:a16="http://schemas.microsoft.com/office/drawing/2014/main" id="{362628B5-F74D-E1BE-B835-C4B3ACCAE38D}"/>
                </a:ext>
              </a:extLst>
            </p:cNvPr>
            <p:cNvSpPr/>
            <p:nvPr/>
          </p:nvSpPr>
          <p:spPr>
            <a:xfrm>
              <a:off x="0" y="0"/>
              <a:ext cx="1189407" cy="680609"/>
            </a:xfrm>
            <a:custGeom>
              <a:avLst/>
              <a:gdLst/>
              <a:ahLst/>
              <a:cxnLst/>
              <a:rect l="l" t="t" r="r" b="b"/>
              <a:pathLst>
                <a:path w="1189407" h="680609">
                  <a:moveTo>
                    <a:pt x="0" y="0"/>
                  </a:moveTo>
                  <a:lnTo>
                    <a:pt x="1189407" y="0"/>
                  </a:lnTo>
                  <a:lnTo>
                    <a:pt x="1189407" y="680609"/>
                  </a:lnTo>
                  <a:lnTo>
                    <a:pt x="0" y="680609"/>
                  </a:lnTo>
                  <a:close/>
                </a:path>
              </a:pathLst>
            </a:custGeom>
            <a:solidFill>
              <a:srgbClr val="000000">
                <a:alpha val="0"/>
              </a:srgbClr>
            </a:solidFill>
            <a:ln w="12700">
              <a:solidFill>
                <a:srgbClr val="000000"/>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sp>
        <p:nvSpPr>
          <p:cNvPr id="9" name="TextBox 8">
            <a:extLst>
              <a:ext uri="{FF2B5EF4-FFF2-40B4-BE49-F238E27FC236}">
                <a16:creationId xmlns:a16="http://schemas.microsoft.com/office/drawing/2014/main" id="{794B64C6-FD53-5D79-C9FD-9C201BB1DEB2}"/>
              </a:ext>
            </a:extLst>
          </p:cNvPr>
          <p:cNvSpPr txBox="1"/>
          <p:nvPr/>
        </p:nvSpPr>
        <p:spPr>
          <a:xfrm>
            <a:off x="-115941" y="3972862"/>
            <a:ext cx="1873058" cy="400110"/>
          </a:xfrm>
          <a:prstGeom prst="rect">
            <a:avLst/>
          </a:prstGeom>
          <a:noFill/>
        </p:spPr>
        <p:txBody>
          <a:bodyPr wrap="square">
            <a:spAutoFit/>
          </a:bodyPr>
          <a:lstStyle/>
          <a:p>
            <a:pPr algn="ctr"/>
            <a:r>
              <a:rPr lang="en-US" sz="2000" b="1">
                <a:solidFill>
                  <a:srgbClr val="EEEEEE"/>
                </a:solidFill>
                <a:latin typeface="Inter" panose="020B0604020202020204" charset="0"/>
                <a:ea typeface="Inter" panose="020B0604020202020204" charset="0"/>
                <a:cs typeface="DM Sans Bold"/>
                <a:sym typeface="DM Sans Bold"/>
              </a:rPr>
              <a:t>JOB DESC</a:t>
            </a:r>
          </a:p>
        </p:txBody>
      </p:sp>
      <p:sp>
        <p:nvSpPr>
          <p:cNvPr id="10" name="Google Shape;101;p18">
            <a:extLst>
              <a:ext uri="{FF2B5EF4-FFF2-40B4-BE49-F238E27FC236}">
                <a16:creationId xmlns:a16="http://schemas.microsoft.com/office/drawing/2014/main" id="{9EAD80FB-9738-2500-D92D-C2BFDF3CA685}"/>
              </a:ext>
            </a:extLst>
          </p:cNvPr>
          <p:cNvSpPr txBox="1"/>
          <p:nvPr/>
        </p:nvSpPr>
        <p:spPr>
          <a:xfrm>
            <a:off x="3482221" y="3885001"/>
            <a:ext cx="4348209" cy="954077"/>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tincidunt</a:t>
            </a:r>
            <a:r>
              <a:rPr lang="en-US" sz="1000">
                <a:solidFill>
                  <a:schemeClr val="bg1"/>
                </a:solidFill>
                <a:latin typeface="Inter" panose="020B0604020202020204" charset="0"/>
                <a:ea typeface="Inter" panose="020B0604020202020204" charset="0"/>
              </a:rPr>
              <a:t> libero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sed. </a:t>
            </a:r>
            <a:endParaRPr sz="1000">
              <a:solidFill>
                <a:schemeClr val="bg1"/>
              </a:solidFill>
              <a:latin typeface="Inter" panose="020B0604020202020204" charset="0"/>
              <a:ea typeface="Inter" panose="020B0604020202020204" charset="0"/>
              <a:cs typeface="Inter"/>
              <a:sym typeface="Inter"/>
            </a:endParaRPr>
          </a:p>
        </p:txBody>
      </p:sp>
      <p:sp>
        <p:nvSpPr>
          <p:cNvPr id="11" name="Google Shape;58;p13">
            <a:extLst>
              <a:ext uri="{FF2B5EF4-FFF2-40B4-BE49-F238E27FC236}">
                <a16:creationId xmlns:a16="http://schemas.microsoft.com/office/drawing/2014/main" id="{A269CE4F-34EE-1804-EF51-AD9B59922EA3}"/>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bg1"/>
                </a:solidFill>
                <a:latin typeface="Inter"/>
                <a:ea typeface="Inter"/>
                <a:cs typeface="Inter"/>
                <a:sym typeface="Inter"/>
              </a:rPr>
              <a:t>(08)</a:t>
            </a:r>
            <a:endParaRPr sz="1000">
              <a:solidFill>
                <a:schemeClr val="bg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F52ACF85-A1ED-844C-0E25-3B9283B62C25}"/>
            </a:ext>
          </a:extLst>
        </p:cNvPr>
        <p:cNvGrpSpPr/>
        <p:nvPr/>
      </p:nvGrpSpPr>
      <p:grpSpPr>
        <a:xfrm>
          <a:off x="0" y="0"/>
          <a:ext cx="0" cy="0"/>
          <a:chOff x="0" y="0"/>
          <a:chExt cx="0" cy="0"/>
        </a:xfrm>
      </p:grpSpPr>
      <p:pic>
        <p:nvPicPr>
          <p:cNvPr id="99" name="Google Shape;99;p18" title="SLIDE PRESENTATION4.jpg">
            <a:extLst>
              <a:ext uri="{FF2B5EF4-FFF2-40B4-BE49-F238E27FC236}">
                <a16:creationId xmlns:a16="http://schemas.microsoft.com/office/drawing/2014/main" id="{4683E7E5-92F4-0DAE-0B7D-4DCAC38835AC}"/>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104" name="Google Shape;104;p18" title="LOGO PRIMER - Orange Orange Biru.png">
            <a:extLst>
              <a:ext uri="{FF2B5EF4-FFF2-40B4-BE49-F238E27FC236}">
                <a16:creationId xmlns:a16="http://schemas.microsoft.com/office/drawing/2014/main" id="{FF688F80-03BE-BE86-84B4-F3085F7495F3}"/>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grpSp>
        <p:nvGrpSpPr>
          <p:cNvPr id="5" name="Group 4">
            <a:extLst>
              <a:ext uri="{FF2B5EF4-FFF2-40B4-BE49-F238E27FC236}">
                <a16:creationId xmlns:a16="http://schemas.microsoft.com/office/drawing/2014/main" id="{90245A46-EFCD-9B36-CB86-26245D23A31B}"/>
              </a:ext>
            </a:extLst>
          </p:cNvPr>
          <p:cNvGrpSpPr/>
          <p:nvPr/>
        </p:nvGrpSpPr>
        <p:grpSpPr>
          <a:xfrm>
            <a:off x="3001924" y="133211"/>
            <a:ext cx="6386704" cy="801182"/>
            <a:chOff x="3001924" y="91480"/>
            <a:chExt cx="6386704" cy="801182"/>
          </a:xfrm>
        </p:grpSpPr>
        <p:sp>
          <p:nvSpPr>
            <p:cNvPr id="2" name="Google Shape;75;p15">
              <a:extLst>
                <a:ext uri="{FF2B5EF4-FFF2-40B4-BE49-F238E27FC236}">
                  <a16:creationId xmlns:a16="http://schemas.microsoft.com/office/drawing/2014/main" id="{FDE594B4-E08F-8587-3225-08468ED1D90F}"/>
                </a:ext>
              </a:extLst>
            </p:cNvPr>
            <p:cNvSpPr txBox="1"/>
            <p:nvPr/>
          </p:nvSpPr>
          <p:spPr>
            <a:xfrm>
              <a:off x="3559629" y="91480"/>
              <a:ext cx="5828999"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rgbClr val="E55200"/>
                  </a:solidFill>
                  <a:latin typeface="Arial Black" panose="020B0A04020102020204" pitchFamily="34" charset="0"/>
                  <a:ea typeface="Inter"/>
                  <a:cs typeface="Inter"/>
                  <a:sym typeface="Inter"/>
                </a:rPr>
                <a:t>PROJECT IMPROVEMENT</a:t>
              </a:r>
              <a:endParaRPr sz="3000" b="1">
                <a:solidFill>
                  <a:srgbClr val="E55200"/>
                </a:solidFill>
                <a:latin typeface="Arial Black" panose="020B0A04020102020204" pitchFamily="34" charset="0"/>
                <a:ea typeface="Inter"/>
                <a:cs typeface="Inter"/>
                <a:sym typeface="Inter"/>
              </a:endParaRPr>
            </a:p>
          </p:txBody>
        </p:sp>
        <p:sp>
          <p:nvSpPr>
            <p:cNvPr id="3" name="Google Shape;75;p15">
              <a:extLst>
                <a:ext uri="{FF2B5EF4-FFF2-40B4-BE49-F238E27FC236}">
                  <a16:creationId xmlns:a16="http://schemas.microsoft.com/office/drawing/2014/main" id="{0409C9DA-07CF-44A3-CD64-E77426ACAF2C}"/>
                </a:ext>
              </a:extLst>
            </p:cNvPr>
            <p:cNvSpPr txBox="1"/>
            <p:nvPr/>
          </p:nvSpPr>
          <p:spPr>
            <a:xfrm>
              <a:off x="3001924" y="91480"/>
              <a:ext cx="775322"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tx1"/>
                  </a:solidFill>
                  <a:latin typeface="Arial Black" panose="020B0A04020102020204" pitchFamily="34" charset="0"/>
                  <a:ea typeface="Inter"/>
                  <a:cs typeface="Inter"/>
                  <a:sym typeface="Inter"/>
                </a:rPr>
                <a:t>01</a:t>
              </a:r>
              <a:endParaRPr sz="3000" b="1">
                <a:solidFill>
                  <a:schemeClr val="tx1"/>
                </a:solidFill>
                <a:latin typeface="Arial Black" panose="020B0A04020102020204" pitchFamily="34" charset="0"/>
                <a:ea typeface="Inter"/>
                <a:cs typeface="Inter"/>
                <a:sym typeface="Inter"/>
              </a:endParaRPr>
            </a:p>
          </p:txBody>
        </p:sp>
        <p:sp>
          <p:nvSpPr>
            <p:cNvPr id="4" name="Google Shape;75;p15">
              <a:extLst>
                <a:ext uri="{FF2B5EF4-FFF2-40B4-BE49-F238E27FC236}">
                  <a16:creationId xmlns:a16="http://schemas.microsoft.com/office/drawing/2014/main" id="{8A77B7A5-3B84-F2DC-F511-1BCA420D8D11}"/>
                </a:ext>
              </a:extLst>
            </p:cNvPr>
            <p:cNvSpPr txBox="1"/>
            <p:nvPr/>
          </p:nvSpPr>
          <p:spPr>
            <a:xfrm>
              <a:off x="3091544" y="484142"/>
              <a:ext cx="936169" cy="4085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rPr>
                <a:t>DEFINE</a:t>
              </a:r>
              <a:endParaRPr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endParaRPr>
            </a:p>
          </p:txBody>
        </p:sp>
      </p:grpSp>
      <p:cxnSp>
        <p:nvCxnSpPr>
          <p:cNvPr id="8" name="Straight Connector 7">
            <a:extLst>
              <a:ext uri="{FF2B5EF4-FFF2-40B4-BE49-F238E27FC236}">
                <a16:creationId xmlns:a16="http://schemas.microsoft.com/office/drawing/2014/main" id="{1F0495C7-8D99-CC02-7816-57289BAA326E}"/>
              </a:ext>
            </a:extLst>
          </p:cNvPr>
          <p:cNvCxnSpPr/>
          <p:nvPr/>
        </p:nvCxnSpPr>
        <p:spPr>
          <a:xfrm>
            <a:off x="0" y="1206500"/>
            <a:ext cx="9144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A3F5094-2527-1468-97EA-5CB7F10474EA}"/>
              </a:ext>
            </a:extLst>
          </p:cNvPr>
          <p:cNvCxnSpPr>
            <a:cxnSpLocks/>
          </p:cNvCxnSpPr>
          <p:nvPr/>
        </p:nvCxnSpPr>
        <p:spPr>
          <a:xfrm>
            <a:off x="2933700" y="1206500"/>
            <a:ext cx="0" cy="39369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C8A8AB7-E462-DDE6-1763-86FBDB79FCF8}"/>
              </a:ext>
            </a:extLst>
          </p:cNvPr>
          <p:cNvCxnSpPr>
            <a:cxnSpLocks/>
          </p:cNvCxnSpPr>
          <p:nvPr/>
        </p:nvCxnSpPr>
        <p:spPr>
          <a:xfrm>
            <a:off x="6050527" y="1206510"/>
            <a:ext cx="0" cy="39369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Google Shape;100;p18">
            <a:extLst>
              <a:ext uri="{FF2B5EF4-FFF2-40B4-BE49-F238E27FC236}">
                <a16:creationId xmlns:a16="http://schemas.microsoft.com/office/drawing/2014/main" id="{95E22D5F-A17F-1EF4-7865-D4A6DC9866DE}"/>
              </a:ext>
            </a:extLst>
          </p:cNvPr>
          <p:cNvSpPr txBox="1"/>
          <p:nvPr/>
        </p:nvSpPr>
        <p:spPr>
          <a:xfrm>
            <a:off x="520700" y="1306209"/>
            <a:ext cx="2475658"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latin typeface="Inter"/>
                <a:ea typeface="Inter"/>
                <a:cs typeface="Inter"/>
                <a:sym typeface="Inter"/>
              </a:rPr>
              <a:t>Identifikasi Masalah</a:t>
            </a:r>
            <a:endParaRPr sz="1700" b="1">
              <a:solidFill>
                <a:schemeClr val="dk1"/>
              </a:solidFill>
              <a:latin typeface="Inter"/>
              <a:ea typeface="Inter"/>
              <a:cs typeface="Inter"/>
              <a:sym typeface="Inter"/>
            </a:endParaRPr>
          </a:p>
        </p:txBody>
      </p:sp>
      <p:sp>
        <p:nvSpPr>
          <p:cNvPr id="15" name="Freeform 2">
            <a:extLst>
              <a:ext uri="{FF2B5EF4-FFF2-40B4-BE49-F238E27FC236}">
                <a16:creationId xmlns:a16="http://schemas.microsoft.com/office/drawing/2014/main" id="{EC5FCC03-9B34-C5B9-ED8F-6228FF18A8CF}"/>
              </a:ext>
            </a:extLst>
          </p:cNvPr>
          <p:cNvSpPr/>
          <p:nvPr/>
        </p:nvSpPr>
        <p:spPr>
          <a:xfrm>
            <a:off x="244625"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16" name="Google Shape;100;p18">
            <a:extLst>
              <a:ext uri="{FF2B5EF4-FFF2-40B4-BE49-F238E27FC236}">
                <a16:creationId xmlns:a16="http://schemas.microsoft.com/office/drawing/2014/main" id="{15ECD674-A04E-9C5D-2FB9-E46A25B4C2E2}"/>
              </a:ext>
            </a:extLst>
          </p:cNvPr>
          <p:cNvSpPr txBox="1"/>
          <p:nvPr/>
        </p:nvSpPr>
        <p:spPr>
          <a:xfrm>
            <a:off x="3559629" y="1306209"/>
            <a:ext cx="2475658"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latin typeface="Inter"/>
                <a:ea typeface="Inter"/>
                <a:cs typeface="Inter"/>
                <a:sym typeface="Inter"/>
              </a:rPr>
              <a:t>Pernyataan Project</a:t>
            </a:r>
            <a:endParaRPr sz="1700" b="1">
              <a:solidFill>
                <a:schemeClr val="dk1"/>
              </a:solidFill>
              <a:latin typeface="Inter"/>
              <a:ea typeface="Inter"/>
              <a:cs typeface="Inter"/>
              <a:sym typeface="Inter"/>
            </a:endParaRPr>
          </a:p>
        </p:txBody>
      </p:sp>
      <p:sp>
        <p:nvSpPr>
          <p:cNvPr id="17" name="Freeform 2">
            <a:extLst>
              <a:ext uri="{FF2B5EF4-FFF2-40B4-BE49-F238E27FC236}">
                <a16:creationId xmlns:a16="http://schemas.microsoft.com/office/drawing/2014/main" id="{002B6761-5A95-9970-9EB5-2F37A529F208}"/>
              </a:ext>
            </a:extLst>
          </p:cNvPr>
          <p:cNvSpPr/>
          <p:nvPr/>
        </p:nvSpPr>
        <p:spPr>
          <a:xfrm>
            <a:off x="3283554"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18" name="Google Shape;100;p18">
            <a:extLst>
              <a:ext uri="{FF2B5EF4-FFF2-40B4-BE49-F238E27FC236}">
                <a16:creationId xmlns:a16="http://schemas.microsoft.com/office/drawing/2014/main" id="{974565A0-1A23-D8A0-91FC-8706E6C12EBC}"/>
              </a:ext>
            </a:extLst>
          </p:cNvPr>
          <p:cNvSpPr txBox="1"/>
          <p:nvPr/>
        </p:nvSpPr>
        <p:spPr>
          <a:xfrm>
            <a:off x="6436536" y="1306210"/>
            <a:ext cx="2751733" cy="401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latin typeface="Inter"/>
                <a:ea typeface="Inter"/>
                <a:cs typeface="Inter"/>
                <a:sym typeface="Inter"/>
              </a:rPr>
              <a:t>Pemangku Kepentingan</a:t>
            </a:r>
            <a:endParaRPr sz="1700" b="1">
              <a:solidFill>
                <a:schemeClr val="dk1"/>
              </a:solidFill>
              <a:latin typeface="Inter"/>
              <a:ea typeface="Inter"/>
              <a:cs typeface="Inter"/>
              <a:sym typeface="Inter"/>
            </a:endParaRPr>
          </a:p>
        </p:txBody>
      </p:sp>
      <p:sp>
        <p:nvSpPr>
          <p:cNvPr id="19" name="Freeform 2">
            <a:extLst>
              <a:ext uri="{FF2B5EF4-FFF2-40B4-BE49-F238E27FC236}">
                <a16:creationId xmlns:a16="http://schemas.microsoft.com/office/drawing/2014/main" id="{9F0CEAA5-66CA-D887-D297-3EA259BD84B8}"/>
              </a:ext>
            </a:extLst>
          </p:cNvPr>
          <p:cNvSpPr/>
          <p:nvPr/>
        </p:nvSpPr>
        <p:spPr>
          <a:xfrm>
            <a:off x="6211997"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20" name="Google Shape;101;p18">
            <a:extLst>
              <a:ext uri="{FF2B5EF4-FFF2-40B4-BE49-F238E27FC236}">
                <a16:creationId xmlns:a16="http://schemas.microsoft.com/office/drawing/2014/main" id="{A9DF199D-42A3-9570-4752-AF6F7C5ACD27}"/>
              </a:ext>
            </a:extLst>
          </p:cNvPr>
          <p:cNvSpPr txBox="1"/>
          <p:nvPr/>
        </p:nvSpPr>
        <p:spPr>
          <a:xfrm>
            <a:off x="193111" y="1654552"/>
            <a:ext cx="2626536" cy="2031295"/>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 </a:t>
            </a:r>
            <a:r>
              <a:rPr lang="en-US" sz="1000" err="1">
                <a:latin typeface="Inter" panose="020B0604020202020204" charset="0"/>
                <a:ea typeface="Inter" panose="020B0604020202020204" charset="0"/>
              </a:rPr>
              <a:t>Etiam</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metus</a:t>
            </a:r>
            <a:r>
              <a:rPr lang="en-US" sz="1000">
                <a:latin typeface="Inter" panose="020B0604020202020204" charset="0"/>
                <a:ea typeface="Inter" panose="020B0604020202020204" charset="0"/>
              </a:rPr>
              <a:t> a </a:t>
            </a:r>
            <a:r>
              <a:rPr lang="en-US" sz="1000" err="1">
                <a:latin typeface="Inter" panose="020B0604020202020204" charset="0"/>
                <a:ea typeface="Inter" panose="020B0604020202020204" charset="0"/>
              </a:rPr>
              <a:t>lobortis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Nulla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imperdiet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augue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venenatis</a:t>
            </a:r>
            <a:r>
              <a:rPr lang="en-US" sz="1000">
                <a:latin typeface="Inter" panose="020B0604020202020204" charset="0"/>
                <a:ea typeface="Inter" panose="020B0604020202020204" charset="0"/>
              </a:rPr>
              <a:t> dolor,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ullamcorper</a:t>
            </a:r>
            <a:r>
              <a:rPr lang="en-US" sz="1000">
                <a:latin typeface="Inter" panose="020B0604020202020204" charset="0"/>
                <a:ea typeface="Inter" panose="020B0604020202020204" charset="0"/>
              </a:rPr>
              <a:t> magna </a:t>
            </a:r>
            <a:r>
              <a:rPr lang="en-US" sz="1000" err="1">
                <a:latin typeface="Inter" panose="020B0604020202020204" charset="0"/>
                <a:ea typeface="Inter" panose="020B0604020202020204" charset="0"/>
              </a:rPr>
              <a:t>tortor</a:t>
            </a:r>
            <a:r>
              <a:rPr lang="en-US" sz="1000">
                <a:latin typeface="Inter" panose="020B0604020202020204" charset="0"/>
                <a:ea typeface="Inter" panose="020B0604020202020204" charset="0"/>
              </a:rPr>
              <a:t> vitae </a:t>
            </a:r>
            <a:r>
              <a:rPr lang="en-US" sz="1000" err="1">
                <a:latin typeface="Inter" panose="020B0604020202020204" charset="0"/>
                <a:ea typeface="Inter" panose="020B0604020202020204" charset="0"/>
              </a:rPr>
              <a:t>velit</a:t>
            </a:r>
            <a:r>
              <a:rPr lang="en-US" sz="1000">
                <a:latin typeface="Inter" panose="020B0604020202020204" charset="0"/>
                <a:ea typeface="Inter" panose="020B0604020202020204" charset="0"/>
              </a:rPr>
              <a:t>.​</a:t>
            </a:r>
            <a:endParaRPr sz="1000">
              <a:latin typeface="Inter" panose="020B0604020202020204" charset="0"/>
              <a:ea typeface="Inter" panose="020B0604020202020204" charset="0"/>
              <a:cs typeface="Inter"/>
              <a:sym typeface="Inter"/>
            </a:endParaRPr>
          </a:p>
        </p:txBody>
      </p:sp>
      <p:sp>
        <p:nvSpPr>
          <p:cNvPr id="21" name="Google Shape;101;p18">
            <a:extLst>
              <a:ext uri="{FF2B5EF4-FFF2-40B4-BE49-F238E27FC236}">
                <a16:creationId xmlns:a16="http://schemas.microsoft.com/office/drawing/2014/main" id="{52EB7DCC-A954-7DF5-BB71-C189ACEC8C5C}"/>
              </a:ext>
            </a:extLst>
          </p:cNvPr>
          <p:cNvSpPr txBox="1"/>
          <p:nvPr/>
        </p:nvSpPr>
        <p:spPr>
          <a:xfrm>
            <a:off x="3059013" y="1636861"/>
            <a:ext cx="2928855" cy="1877407"/>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 </a:t>
            </a:r>
            <a:r>
              <a:rPr lang="en-US" sz="1000" err="1">
                <a:latin typeface="Inter" panose="020B0604020202020204" charset="0"/>
                <a:ea typeface="Inter" panose="020B0604020202020204" charset="0"/>
              </a:rPr>
              <a:t>Etiam</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metus</a:t>
            </a:r>
            <a:r>
              <a:rPr lang="en-US" sz="1000">
                <a:latin typeface="Inter" panose="020B0604020202020204" charset="0"/>
                <a:ea typeface="Inter" panose="020B0604020202020204" charset="0"/>
              </a:rPr>
              <a:t> a </a:t>
            </a:r>
            <a:r>
              <a:rPr lang="en-US" sz="1000" err="1">
                <a:latin typeface="Inter" panose="020B0604020202020204" charset="0"/>
                <a:ea typeface="Inter" panose="020B0604020202020204" charset="0"/>
              </a:rPr>
              <a:t>lobortis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Nulla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imperdiet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augue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venenatis</a:t>
            </a:r>
            <a:r>
              <a:rPr lang="en-US" sz="1000">
                <a:latin typeface="Inter" panose="020B0604020202020204" charset="0"/>
                <a:ea typeface="Inter" panose="020B0604020202020204" charset="0"/>
              </a:rPr>
              <a:t> dolor,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ullamcorper</a:t>
            </a:r>
            <a:r>
              <a:rPr lang="en-US" sz="1000">
                <a:latin typeface="Inter" panose="020B0604020202020204" charset="0"/>
                <a:ea typeface="Inter" panose="020B0604020202020204" charset="0"/>
              </a:rPr>
              <a:t> magna </a:t>
            </a:r>
            <a:r>
              <a:rPr lang="en-US" sz="1000" err="1">
                <a:latin typeface="Inter" panose="020B0604020202020204" charset="0"/>
                <a:ea typeface="Inter" panose="020B0604020202020204" charset="0"/>
              </a:rPr>
              <a:t>tortor</a:t>
            </a:r>
            <a:r>
              <a:rPr lang="en-US" sz="1000">
                <a:latin typeface="Inter" panose="020B0604020202020204" charset="0"/>
                <a:ea typeface="Inter" panose="020B0604020202020204" charset="0"/>
              </a:rPr>
              <a:t> vitae </a:t>
            </a:r>
            <a:r>
              <a:rPr lang="en-US" sz="1000" err="1">
                <a:latin typeface="Inter" panose="020B0604020202020204" charset="0"/>
                <a:ea typeface="Inter" panose="020B0604020202020204" charset="0"/>
              </a:rPr>
              <a:t>velit</a:t>
            </a:r>
            <a:r>
              <a:rPr lang="en-US" sz="1000">
                <a:latin typeface="Inter" panose="020B0604020202020204" charset="0"/>
                <a:ea typeface="Inter" panose="020B0604020202020204" charset="0"/>
              </a:rPr>
              <a:t>.​</a:t>
            </a:r>
            <a:endParaRPr sz="1000">
              <a:latin typeface="Inter" panose="020B0604020202020204" charset="0"/>
              <a:ea typeface="Inter" panose="020B0604020202020204" charset="0"/>
              <a:cs typeface="Inter"/>
              <a:sym typeface="Inter"/>
            </a:endParaRPr>
          </a:p>
        </p:txBody>
      </p:sp>
      <p:sp>
        <p:nvSpPr>
          <p:cNvPr id="22" name="Google Shape;101;p18">
            <a:extLst>
              <a:ext uri="{FF2B5EF4-FFF2-40B4-BE49-F238E27FC236}">
                <a16:creationId xmlns:a16="http://schemas.microsoft.com/office/drawing/2014/main" id="{8D69DB95-E145-7FD7-35B4-0FE09621C4C0}"/>
              </a:ext>
            </a:extLst>
          </p:cNvPr>
          <p:cNvSpPr txBox="1"/>
          <p:nvPr/>
        </p:nvSpPr>
        <p:spPr>
          <a:xfrm>
            <a:off x="6113180" y="1679129"/>
            <a:ext cx="2976276" cy="1877407"/>
          </a:xfrm>
          <a:prstGeom prst="rect">
            <a:avLst/>
          </a:prstGeom>
          <a:noFill/>
          <a:ln>
            <a:noFill/>
          </a:ln>
        </p:spPr>
        <p:txBody>
          <a:bodyPr spcFirstLastPara="1" wrap="square" lIns="91425" tIns="91425" rIns="91425" bIns="91425" anchor="t" anchorCtr="0">
            <a:spAutoFit/>
          </a:bodyPr>
          <a:lstStyle/>
          <a:p>
            <a:pPr lvl="0"/>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 </a:t>
            </a:r>
            <a:r>
              <a:rPr lang="en-US" sz="1000" err="1">
                <a:latin typeface="Inter" panose="020B0604020202020204" charset="0"/>
                <a:ea typeface="Inter" panose="020B0604020202020204" charset="0"/>
              </a:rPr>
              <a:t>Etiam</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metus</a:t>
            </a:r>
            <a:r>
              <a:rPr lang="en-US" sz="1000">
                <a:latin typeface="Inter" panose="020B0604020202020204" charset="0"/>
                <a:ea typeface="Inter" panose="020B0604020202020204" charset="0"/>
              </a:rPr>
              <a:t> a </a:t>
            </a:r>
            <a:r>
              <a:rPr lang="en-US" sz="1000" err="1">
                <a:latin typeface="Inter" panose="020B0604020202020204" charset="0"/>
                <a:ea typeface="Inter" panose="020B0604020202020204" charset="0"/>
              </a:rPr>
              <a:t>lobortis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Nulla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imperdiet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augue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venenatis</a:t>
            </a:r>
            <a:r>
              <a:rPr lang="en-US" sz="1000">
                <a:latin typeface="Inter" panose="020B0604020202020204" charset="0"/>
                <a:ea typeface="Inter" panose="020B0604020202020204" charset="0"/>
              </a:rPr>
              <a:t> dolor,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ullamcorper</a:t>
            </a:r>
            <a:r>
              <a:rPr lang="en-US" sz="1000">
                <a:latin typeface="Inter" panose="020B0604020202020204" charset="0"/>
                <a:ea typeface="Inter" panose="020B0604020202020204" charset="0"/>
              </a:rPr>
              <a:t> magna </a:t>
            </a:r>
            <a:r>
              <a:rPr lang="en-US" sz="1000" err="1">
                <a:latin typeface="Inter" panose="020B0604020202020204" charset="0"/>
                <a:ea typeface="Inter" panose="020B0604020202020204" charset="0"/>
              </a:rPr>
              <a:t>tortor</a:t>
            </a:r>
            <a:r>
              <a:rPr lang="en-US" sz="1000">
                <a:latin typeface="Inter" panose="020B0604020202020204" charset="0"/>
                <a:ea typeface="Inter" panose="020B0604020202020204" charset="0"/>
              </a:rPr>
              <a:t> vitae </a:t>
            </a:r>
            <a:r>
              <a:rPr lang="en-US" sz="1000" err="1">
                <a:latin typeface="Inter" panose="020B0604020202020204" charset="0"/>
                <a:ea typeface="Inter" panose="020B0604020202020204" charset="0"/>
              </a:rPr>
              <a:t>velit</a:t>
            </a:r>
            <a:r>
              <a:rPr lang="en-US" sz="1000">
                <a:latin typeface="Inter" panose="020B0604020202020204" charset="0"/>
                <a:ea typeface="Inter" panose="020B0604020202020204" charset="0"/>
              </a:rPr>
              <a:t>.​</a:t>
            </a:r>
            <a:endParaRPr sz="1000">
              <a:latin typeface="Inter" panose="020B0604020202020204" charset="0"/>
              <a:ea typeface="Inter" panose="020B0604020202020204" charset="0"/>
              <a:cs typeface="Inter"/>
              <a:sym typeface="Inter"/>
            </a:endParaRPr>
          </a:p>
        </p:txBody>
      </p:sp>
      <p:sp>
        <p:nvSpPr>
          <p:cNvPr id="23" name="Google Shape;58;p13">
            <a:extLst>
              <a:ext uri="{FF2B5EF4-FFF2-40B4-BE49-F238E27FC236}">
                <a16:creationId xmlns:a16="http://schemas.microsoft.com/office/drawing/2014/main" id="{C2E560C7-7B79-8D33-562B-4DF77083F065}"/>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(09)</a:t>
            </a:r>
            <a:endParaRPr sz="1000">
              <a:solidFill>
                <a:schemeClr val="tx1"/>
              </a:solidFill>
              <a:latin typeface="Inter"/>
              <a:ea typeface="Inter"/>
              <a:cs typeface="Inter"/>
              <a:sym typeface="Inter"/>
            </a:endParaRPr>
          </a:p>
        </p:txBody>
      </p:sp>
      <p:sp>
        <p:nvSpPr>
          <p:cNvPr id="24" name="Google Shape;105;p18">
            <a:extLst>
              <a:ext uri="{FF2B5EF4-FFF2-40B4-BE49-F238E27FC236}">
                <a16:creationId xmlns:a16="http://schemas.microsoft.com/office/drawing/2014/main" id="{304B95ED-8568-7AD2-5696-108443999255}"/>
              </a:ext>
            </a:extLst>
          </p:cNvPr>
          <p:cNvSpPr txBox="1"/>
          <p:nvPr/>
        </p:nvSpPr>
        <p:spPr>
          <a:xfrm>
            <a:off x="244625" y="4666594"/>
            <a:ext cx="4528800" cy="2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1"/>
                </a:solidFill>
                <a:latin typeface="Inter"/>
                <a:ea typeface="Inter"/>
                <a:cs typeface="Inter"/>
                <a:sym typeface="Inter"/>
              </a:rPr>
              <a:t>Triatra Sinergia Pratama</a:t>
            </a:r>
            <a:endParaRPr sz="600">
              <a:solidFill>
                <a:schemeClr val="dk1"/>
              </a:solidFill>
              <a:latin typeface="Inter"/>
              <a:ea typeface="Inter"/>
              <a:cs typeface="Inter"/>
              <a:sym typeface="Inter"/>
            </a:endParaRPr>
          </a:p>
          <a:p>
            <a:pPr marL="0" lvl="0" indent="0" algn="l" rtl="0">
              <a:spcBef>
                <a:spcPts val="0"/>
              </a:spcBef>
              <a:spcAft>
                <a:spcPts val="0"/>
              </a:spcAft>
              <a:buNone/>
            </a:pPr>
            <a:endParaRPr sz="800">
              <a:solidFill>
                <a:schemeClr val="dk1"/>
              </a:solidFill>
              <a:latin typeface="Inter"/>
              <a:ea typeface="Inter"/>
              <a:cs typeface="Inter"/>
              <a:sym typeface="Inter"/>
            </a:endParaRPr>
          </a:p>
        </p:txBody>
      </p:sp>
    </p:spTree>
    <p:extLst>
      <p:ext uri="{BB962C8B-B14F-4D97-AF65-F5344CB8AC3E}">
        <p14:creationId xmlns:p14="http://schemas.microsoft.com/office/powerpoint/2010/main" val="10759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BA4A6E04-D607-6340-4B3E-5F3EBC49E5A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3994C2E-2DF4-B856-A0C9-3BC6D7369382}"/>
              </a:ext>
            </a:extLst>
          </p:cNvPr>
          <p:cNvGraphicFramePr>
            <a:graphicFrameLocks noGrp="1"/>
          </p:cNvGraphicFramePr>
          <p:nvPr>
            <p:extLst>
              <p:ext uri="{D42A27DB-BD31-4B8C-83A1-F6EECF244321}">
                <p14:modId xmlns:p14="http://schemas.microsoft.com/office/powerpoint/2010/main" val="1526970447"/>
              </p:ext>
            </p:extLst>
          </p:nvPr>
        </p:nvGraphicFramePr>
        <p:xfrm>
          <a:off x="146050" y="135103"/>
          <a:ext cx="8883650" cy="599744"/>
        </p:xfrm>
        <a:graphic>
          <a:graphicData uri="http://schemas.openxmlformats.org/drawingml/2006/table">
            <a:tbl>
              <a:tblPr/>
              <a:tblGrid>
                <a:gridCol w="2144329">
                  <a:extLst>
                    <a:ext uri="{9D8B030D-6E8A-4147-A177-3AD203B41FA5}">
                      <a16:colId xmlns:a16="http://schemas.microsoft.com/office/drawing/2014/main" val="742246839"/>
                    </a:ext>
                  </a:extLst>
                </a:gridCol>
                <a:gridCol w="6739321">
                  <a:extLst>
                    <a:ext uri="{9D8B030D-6E8A-4147-A177-3AD203B41FA5}">
                      <a16:colId xmlns:a16="http://schemas.microsoft.com/office/drawing/2014/main" val="211857991"/>
                    </a:ext>
                  </a:extLst>
                </a:gridCol>
              </a:tblGrid>
              <a:tr h="211113">
                <a:tc>
                  <a:txBody>
                    <a:bodyPr/>
                    <a:lstStyle/>
                    <a:p>
                      <a:pPr algn="l" fontAlgn="base">
                        <a:lnSpc>
                          <a:spcPts val="2175"/>
                        </a:lnSpc>
                        <a:buNone/>
                      </a:pPr>
                      <a:r>
                        <a:rPr lang="en-US" sz="1100" b="1" i="0">
                          <a:solidFill>
                            <a:srgbClr val="FFFFFF"/>
                          </a:solidFill>
                          <a:effectLst/>
                          <a:latin typeface="Calibri" panose="020F0502020204030204" pitchFamily="34" charset="0"/>
                        </a:rPr>
                        <a:t>PROJECT TITLE​</a:t>
                      </a:r>
                      <a:endParaRPr lang="en-US" sz="800" b="1" i="0">
                        <a:solidFill>
                          <a:srgbClr val="FFFFFF"/>
                        </a:solidFill>
                        <a:effectLst/>
                      </a:endParaRPr>
                    </a:p>
                  </a:txBody>
                  <a:tcPr marL="53428" marR="53428" marT="26714" marB="26714">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0973" cap="flat" cmpd="sng" algn="ctr">
                      <a:solidFill>
                        <a:srgbClr val="FFFFFF"/>
                      </a:solidFill>
                      <a:prstDash val="solid"/>
                      <a:round/>
                      <a:headEnd type="none" w="med" len="med"/>
                      <a:tailEnd type="none" w="med" len="med"/>
                    </a:lnB>
                    <a:solidFill>
                      <a:srgbClr val="C00000"/>
                    </a:solidFill>
                  </a:tcPr>
                </a:tc>
                <a:tc>
                  <a:txBody>
                    <a:bodyPr/>
                    <a:lstStyle/>
                    <a:p>
                      <a:pPr algn="l" fontAlgn="auto">
                        <a:lnSpc>
                          <a:spcPts val="2175"/>
                        </a:lnSpc>
                        <a:buNone/>
                      </a:pPr>
                      <a:r>
                        <a:rPr lang="en-US" sz="1100" b="0" i="0">
                          <a:solidFill>
                            <a:srgbClr val="000000"/>
                          </a:solidFill>
                          <a:effectLst/>
                          <a:latin typeface="Calibri" panose="020F0502020204030204" pitchFamily="34" charset="0"/>
                        </a:rPr>
                        <a:t>​</a:t>
                      </a:r>
                    </a:p>
                  </a:txBody>
                  <a:tcPr marL="53428" marR="53428" marT="26714" marB="26714">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10973"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3771826030"/>
                  </a:ext>
                </a:extLst>
              </a:tr>
              <a:tr h="211113">
                <a:tc>
                  <a:txBody>
                    <a:bodyPr/>
                    <a:lstStyle/>
                    <a:p>
                      <a:pPr algn="l" fontAlgn="base">
                        <a:lnSpc>
                          <a:spcPts val="2175"/>
                        </a:lnSpc>
                        <a:buNone/>
                      </a:pPr>
                      <a:r>
                        <a:rPr lang="en-US" sz="1100" b="1" i="0">
                          <a:solidFill>
                            <a:srgbClr val="FFFFFF"/>
                          </a:solidFill>
                          <a:effectLst/>
                          <a:latin typeface="Calibri" panose="020F0502020204030204" pitchFamily="34" charset="0"/>
                        </a:rPr>
                        <a:t>OBJECTIVES</a:t>
                      </a:r>
                      <a:r>
                        <a:rPr lang="en-US" sz="1100" b="0" i="0">
                          <a:solidFill>
                            <a:srgbClr val="000000"/>
                          </a:solidFill>
                          <a:effectLst/>
                          <a:latin typeface="Calibri" panose="020F0502020204030204" pitchFamily="34" charset="0"/>
                        </a:rPr>
                        <a:t>​</a:t>
                      </a:r>
                      <a:endParaRPr lang="en-US" sz="800" b="0" i="0">
                        <a:solidFill>
                          <a:srgbClr val="000000"/>
                        </a:solidFill>
                        <a:effectLst/>
                      </a:endParaRPr>
                    </a:p>
                  </a:txBody>
                  <a:tcPr marL="53428" marR="53428" marT="26714" marB="26714">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10973"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00000"/>
                    </a:solidFill>
                  </a:tcPr>
                </a:tc>
                <a:tc>
                  <a:txBody>
                    <a:bodyPr/>
                    <a:lstStyle/>
                    <a:p>
                      <a:pPr algn="l" fontAlgn="auto">
                        <a:lnSpc>
                          <a:spcPts val="2175"/>
                        </a:lnSpc>
                        <a:buNone/>
                      </a:pPr>
                      <a:r>
                        <a:rPr lang="en-US" sz="1100" b="0" i="0">
                          <a:solidFill>
                            <a:srgbClr val="000000"/>
                          </a:solidFill>
                          <a:effectLst/>
                          <a:latin typeface="Calibri" panose="020F0502020204030204" pitchFamily="34" charset="0"/>
                        </a:rPr>
                        <a:t>​</a:t>
                      </a:r>
                    </a:p>
                  </a:txBody>
                  <a:tcPr marL="53428" marR="53428" marT="26714" marB="26714">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10973"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F2F2F2"/>
                    </a:solidFill>
                  </a:tcPr>
                </a:tc>
                <a:extLst>
                  <a:ext uri="{0D108BD9-81ED-4DB2-BD59-A6C34878D82A}">
                    <a16:rowId xmlns:a16="http://schemas.microsoft.com/office/drawing/2014/main" val="4258069724"/>
                  </a:ext>
                </a:extLst>
              </a:tr>
            </a:tbl>
          </a:graphicData>
        </a:graphic>
      </p:graphicFrame>
      <p:sp>
        <p:nvSpPr>
          <p:cNvPr id="8" name="Rectangle 7">
            <a:extLst>
              <a:ext uri="{FF2B5EF4-FFF2-40B4-BE49-F238E27FC236}">
                <a16:creationId xmlns:a16="http://schemas.microsoft.com/office/drawing/2014/main" id="{C88BE704-D999-8105-B098-45A87CA6D8B2}"/>
              </a:ext>
            </a:extLst>
          </p:cNvPr>
          <p:cNvSpPr/>
          <p:nvPr/>
        </p:nvSpPr>
        <p:spPr>
          <a:xfrm>
            <a:off x="146050" y="806286"/>
            <a:ext cx="2127538" cy="2367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latin typeface="Calibri" panose="020F0502020204030204" pitchFamily="34" charset="0"/>
                <a:ea typeface="Calibri" panose="020F0502020204030204" pitchFamily="34" charset="0"/>
                <a:cs typeface="Calibri" panose="020F0502020204030204" pitchFamily="34" charset="0"/>
              </a:rPr>
              <a:t>PROBLEM IDENTIFICATION</a:t>
            </a:r>
          </a:p>
        </p:txBody>
      </p:sp>
      <p:sp>
        <p:nvSpPr>
          <p:cNvPr id="9" name="Rectangle 8">
            <a:extLst>
              <a:ext uri="{FF2B5EF4-FFF2-40B4-BE49-F238E27FC236}">
                <a16:creationId xmlns:a16="http://schemas.microsoft.com/office/drawing/2014/main" id="{52E24F0B-4C39-3EAA-5D3F-FF8836EA1D31}"/>
              </a:ext>
            </a:extLst>
          </p:cNvPr>
          <p:cNvSpPr/>
          <p:nvPr/>
        </p:nvSpPr>
        <p:spPr>
          <a:xfrm>
            <a:off x="159256" y="1092171"/>
            <a:ext cx="2127538" cy="288772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solidFill>
            </a:endParaRPr>
          </a:p>
        </p:txBody>
      </p:sp>
      <p:sp>
        <p:nvSpPr>
          <p:cNvPr id="10" name="Rectangle 9">
            <a:extLst>
              <a:ext uri="{FF2B5EF4-FFF2-40B4-BE49-F238E27FC236}">
                <a16:creationId xmlns:a16="http://schemas.microsoft.com/office/drawing/2014/main" id="{04CA7FE9-DF7A-1BDF-3B73-0C51D65B703E}"/>
              </a:ext>
            </a:extLst>
          </p:cNvPr>
          <p:cNvSpPr/>
          <p:nvPr/>
        </p:nvSpPr>
        <p:spPr>
          <a:xfrm>
            <a:off x="146556" y="4029022"/>
            <a:ext cx="2152650" cy="18398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latin typeface="Calibri" panose="020F0502020204030204" pitchFamily="34" charset="0"/>
                <a:ea typeface="Calibri" panose="020F0502020204030204" pitchFamily="34" charset="0"/>
                <a:cs typeface="Calibri" panose="020F0502020204030204" pitchFamily="34" charset="0"/>
              </a:rPr>
              <a:t>SCOPE OF PROJECT</a:t>
            </a:r>
          </a:p>
        </p:txBody>
      </p:sp>
      <p:sp>
        <p:nvSpPr>
          <p:cNvPr id="11" name="Rectangle 10">
            <a:extLst>
              <a:ext uri="{FF2B5EF4-FFF2-40B4-BE49-F238E27FC236}">
                <a16:creationId xmlns:a16="http://schemas.microsoft.com/office/drawing/2014/main" id="{E0F63D6A-16B7-040B-B47F-7EEADD4EC0C5}"/>
              </a:ext>
            </a:extLst>
          </p:cNvPr>
          <p:cNvSpPr/>
          <p:nvPr/>
        </p:nvSpPr>
        <p:spPr>
          <a:xfrm>
            <a:off x="146050" y="4241684"/>
            <a:ext cx="2140744" cy="18398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b="1" u="sng">
                <a:solidFill>
                  <a:schemeClr val="tx1"/>
                </a:solidFill>
                <a:latin typeface="Calibri" panose="020F0502020204030204" pitchFamily="34" charset="0"/>
                <a:ea typeface="Calibri" panose="020F0502020204030204" pitchFamily="34" charset="0"/>
                <a:cs typeface="Calibri" panose="020F0502020204030204" pitchFamily="34" charset="0"/>
              </a:rPr>
              <a:t>SCOPE</a:t>
            </a:r>
            <a:r>
              <a:rPr lang="en-US" sz="900" b="1" u="sng">
                <a:solidFill>
                  <a:schemeClr val="tx1"/>
                </a:solidFill>
              </a:rPr>
              <a:t>:</a:t>
            </a:r>
          </a:p>
        </p:txBody>
      </p:sp>
      <p:sp>
        <p:nvSpPr>
          <p:cNvPr id="12" name="Rectangle 11">
            <a:extLst>
              <a:ext uri="{FF2B5EF4-FFF2-40B4-BE49-F238E27FC236}">
                <a16:creationId xmlns:a16="http://schemas.microsoft.com/office/drawing/2014/main" id="{D9E5C7DC-396B-0197-572C-15D3449693FE}"/>
              </a:ext>
            </a:extLst>
          </p:cNvPr>
          <p:cNvSpPr/>
          <p:nvPr/>
        </p:nvSpPr>
        <p:spPr>
          <a:xfrm>
            <a:off x="134143" y="4425969"/>
            <a:ext cx="2164557" cy="1839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7AF68890-91CF-C0F6-0227-5A25414D1880}"/>
              </a:ext>
            </a:extLst>
          </p:cNvPr>
          <p:cNvSpPr/>
          <p:nvPr/>
        </p:nvSpPr>
        <p:spPr>
          <a:xfrm>
            <a:off x="134144" y="4638631"/>
            <a:ext cx="2140744" cy="18398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900" b="1" u="sng">
                <a:solidFill>
                  <a:schemeClr val="tx1"/>
                </a:solidFill>
                <a:latin typeface="Calibri" panose="020F0502020204030204" pitchFamily="34" charset="0"/>
                <a:ea typeface="Calibri" panose="020F0502020204030204" pitchFamily="34" charset="0"/>
                <a:cs typeface="Calibri" panose="020F0502020204030204" pitchFamily="34" charset="0"/>
              </a:rPr>
              <a:t>OUT OF SCOPE:</a:t>
            </a:r>
          </a:p>
        </p:txBody>
      </p:sp>
      <p:sp>
        <p:nvSpPr>
          <p:cNvPr id="14" name="Rectangle 13">
            <a:extLst>
              <a:ext uri="{FF2B5EF4-FFF2-40B4-BE49-F238E27FC236}">
                <a16:creationId xmlns:a16="http://schemas.microsoft.com/office/drawing/2014/main" id="{06B70A72-5804-6E80-A714-736DDF736858}"/>
              </a:ext>
            </a:extLst>
          </p:cNvPr>
          <p:cNvSpPr/>
          <p:nvPr/>
        </p:nvSpPr>
        <p:spPr>
          <a:xfrm>
            <a:off x="122237" y="4822916"/>
            <a:ext cx="2164557" cy="2631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7" name="Rectangle 66">
            <a:extLst>
              <a:ext uri="{FF2B5EF4-FFF2-40B4-BE49-F238E27FC236}">
                <a16:creationId xmlns:a16="http://schemas.microsoft.com/office/drawing/2014/main" id="{C8708B60-F98F-72CB-D976-D647E2C80823}"/>
              </a:ext>
            </a:extLst>
          </p:cNvPr>
          <p:cNvSpPr/>
          <p:nvPr/>
        </p:nvSpPr>
        <p:spPr>
          <a:xfrm>
            <a:off x="2298700" y="800274"/>
            <a:ext cx="4788694" cy="23675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latin typeface="Calibri" panose="020F0502020204030204" pitchFamily="34" charset="0"/>
                <a:ea typeface="Calibri" panose="020F0502020204030204" pitchFamily="34" charset="0"/>
                <a:cs typeface="Calibri" panose="020F0502020204030204" pitchFamily="34" charset="0"/>
              </a:rPr>
              <a:t>ACTION PLAN OF SOLUTION</a:t>
            </a:r>
          </a:p>
        </p:txBody>
      </p:sp>
      <p:sp>
        <p:nvSpPr>
          <p:cNvPr id="68" name="Rectangle 67">
            <a:extLst>
              <a:ext uri="{FF2B5EF4-FFF2-40B4-BE49-F238E27FC236}">
                <a16:creationId xmlns:a16="http://schemas.microsoft.com/office/drawing/2014/main" id="{4E515A1A-6C2E-C034-E631-B4D1E463AD2B}"/>
              </a:ext>
            </a:extLst>
          </p:cNvPr>
          <p:cNvSpPr/>
          <p:nvPr/>
        </p:nvSpPr>
        <p:spPr>
          <a:xfrm>
            <a:off x="7112506" y="805005"/>
            <a:ext cx="1980694" cy="2320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b="1">
                <a:latin typeface="Calibri" panose="020F0502020204030204" pitchFamily="34" charset="0"/>
                <a:ea typeface="Calibri" panose="020F0502020204030204" pitchFamily="34" charset="0"/>
                <a:cs typeface="Calibri" panose="020F0502020204030204" pitchFamily="34" charset="0"/>
              </a:rPr>
              <a:t>CRITERIA FOR SUCCESS &amp; KPI</a:t>
            </a:r>
          </a:p>
        </p:txBody>
      </p:sp>
      <p:sp>
        <p:nvSpPr>
          <p:cNvPr id="69" name="Rectangle 68">
            <a:extLst>
              <a:ext uri="{FF2B5EF4-FFF2-40B4-BE49-F238E27FC236}">
                <a16:creationId xmlns:a16="http://schemas.microsoft.com/office/drawing/2014/main" id="{29D6CA3D-EF4D-588E-B288-00AA19AB3E55}"/>
              </a:ext>
            </a:extLst>
          </p:cNvPr>
          <p:cNvSpPr/>
          <p:nvPr/>
        </p:nvSpPr>
        <p:spPr>
          <a:xfrm>
            <a:off x="7110346" y="1037030"/>
            <a:ext cx="1980694" cy="24288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b="1" u="sng">
                <a:solidFill>
                  <a:schemeClr val="tx1"/>
                </a:solidFill>
                <a:latin typeface="Calibri" panose="020F0502020204030204" pitchFamily="34" charset="0"/>
                <a:ea typeface="Calibri" panose="020F0502020204030204" pitchFamily="34" charset="0"/>
                <a:cs typeface="Calibri" panose="020F0502020204030204" pitchFamily="34" charset="0"/>
              </a:rPr>
              <a:t>CRITERIA FOR SUCCESS</a:t>
            </a:r>
          </a:p>
        </p:txBody>
      </p:sp>
      <p:sp>
        <p:nvSpPr>
          <p:cNvPr id="70" name="Rectangle 69">
            <a:extLst>
              <a:ext uri="{FF2B5EF4-FFF2-40B4-BE49-F238E27FC236}">
                <a16:creationId xmlns:a16="http://schemas.microsoft.com/office/drawing/2014/main" id="{964FC748-18DF-E3AE-640A-0B31C0EE2D2F}"/>
              </a:ext>
            </a:extLst>
          </p:cNvPr>
          <p:cNvSpPr/>
          <p:nvPr/>
        </p:nvSpPr>
        <p:spPr>
          <a:xfrm>
            <a:off x="2298699" y="1043159"/>
            <a:ext cx="2806989" cy="236756"/>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KEY ACTIVITIES</a:t>
            </a:r>
          </a:p>
        </p:txBody>
      </p:sp>
      <p:sp>
        <p:nvSpPr>
          <p:cNvPr id="71" name="Rectangle 70">
            <a:extLst>
              <a:ext uri="{FF2B5EF4-FFF2-40B4-BE49-F238E27FC236}">
                <a16:creationId xmlns:a16="http://schemas.microsoft.com/office/drawing/2014/main" id="{613DF1BC-94FB-76EC-F940-8E5056E7E8D0}"/>
              </a:ext>
            </a:extLst>
          </p:cNvPr>
          <p:cNvSpPr/>
          <p:nvPr/>
        </p:nvSpPr>
        <p:spPr>
          <a:xfrm>
            <a:off x="5130801" y="1037030"/>
            <a:ext cx="850899" cy="23202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PIC</a:t>
            </a:r>
          </a:p>
        </p:txBody>
      </p:sp>
      <p:sp>
        <p:nvSpPr>
          <p:cNvPr id="72" name="Rectangle 71">
            <a:extLst>
              <a:ext uri="{FF2B5EF4-FFF2-40B4-BE49-F238E27FC236}">
                <a16:creationId xmlns:a16="http://schemas.microsoft.com/office/drawing/2014/main" id="{A1338926-E4FC-4518-F2FD-468123516237}"/>
              </a:ext>
            </a:extLst>
          </p:cNvPr>
          <p:cNvSpPr/>
          <p:nvPr/>
        </p:nvSpPr>
        <p:spPr>
          <a:xfrm>
            <a:off x="6006813" y="1037030"/>
            <a:ext cx="1079502" cy="24288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b="1">
                <a:solidFill>
                  <a:schemeClr val="tx1"/>
                </a:solidFill>
                <a:latin typeface="Calibri" panose="020F0502020204030204" pitchFamily="34" charset="0"/>
                <a:ea typeface="Calibri" panose="020F0502020204030204" pitchFamily="34" charset="0"/>
                <a:cs typeface="Calibri" panose="020F0502020204030204" pitchFamily="34" charset="0"/>
              </a:rPr>
              <a:t>DEADLINE</a:t>
            </a:r>
          </a:p>
        </p:txBody>
      </p:sp>
      <p:sp>
        <p:nvSpPr>
          <p:cNvPr id="81" name="Rectangle 80">
            <a:extLst>
              <a:ext uri="{FF2B5EF4-FFF2-40B4-BE49-F238E27FC236}">
                <a16:creationId xmlns:a16="http://schemas.microsoft.com/office/drawing/2014/main" id="{9A12CA23-CC90-39CC-4988-2DFA1CADCEA2}"/>
              </a:ext>
            </a:extLst>
          </p:cNvPr>
          <p:cNvSpPr/>
          <p:nvPr/>
        </p:nvSpPr>
        <p:spPr>
          <a:xfrm>
            <a:off x="2309746" y="1269055"/>
            <a:ext cx="2794863" cy="27108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tx1"/>
              </a:solidFill>
            </a:endParaRPr>
          </a:p>
        </p:txBody>
      </p:sp>
      <p:sp>
        <p:nvSpPr>
          <p:cNvPr id="82" name="Rectangle 81">
            <a:extLst>
              <a:ext uri="{FF2B5EF4-FFF2-40B4-BE49-F238E27FC236}">
                <a16:creationId xmlns:a16="http://schemas.microsoft.com/office/drawing/2014/main" id="{C6AF39A9-55CE-7AC8-4E46-B599D844B787}"/>
              </a:ext>
            </a:extLst>
          </p:cNvPr>
          <p:cNvSpPr/>
          <p:nvPr/>
        </p:nvSpPr>
        <p:spPr>
          <a:xfrm>
            <a:off x="5127562" y="1279915"/>
            <a:ext cx="850900" cy="268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tx1"/>
              </a:solidFill>
            </a:endParaRPr>
          </a:p>
        </p:txBody>
      </p:sp>
      <p:sp>
        <p:nvSpPr>
          <p:cNvPr id="83" name="Rectangle 82">
            <a:extLst>
              <a:ext uri="{FF2B5EF4-FFF2-40B4-BE49-F238E27FC236}">
                <a16:creationId xmlns:a16="http://schemas.microsoft.com/office/drawing/2014/main" id="{E0658889-8035-1D80-E821-B7304E2E5F2C}"/>
              </a:ext>
            </a:extLst>
          </p:cNvPr>
          <p:cNvSpPr/>
          <p:nvPr/>
        </p:nvSpPr>
        <p:spPr>
          <a:xfrm>
            <a:off x="6006813" y="1279915"/>
            <a:ext cx="1079502" cy="26891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b="1">
              <a:solidFill>
                <a:schemeClr val="tx1"/>
              </a:solidFill>
            </a:endParaRPr>
          </a:p>
        </p:txBody>
      </p:sp>
      <p:sp>
        <p:nvSpPr>
          <p:cNvPr id="85" name="Rectangle 84">
            <a:extLst>
              <a:ext uri="{FF2B5EF4-FFF2-40B4-BE49-F238E27FC236}">
                <a16:creationId xmlns:a16="http://schemas.microsoft.com/office/drawing/2014/main" id="{796E8F33-CD8D-D08E-8342-2371D1E1DFDD}"/>
              </a:ext>
            </a:extLst>
          </p:cNvPr>
          <p:cNvSpPr/>
          <p:nvPr/>
        </p:nvSpPr>
        <p:spPr>
          <a:xfrm>
            <a:off x="7114666" y="1279915"/>
            <a:ext cx="1976374" cy="107243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A</a:t>
            </a:r>
          </a:p>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B</a:t>
            </a:r>
          </a:p>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C</a:t>
            </a:r>
          </a:p>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D</a:t>
            </a:r>
          </a:p>
          <a:p>
            <a:pPr marL="257175" indent="-257175">
              <a:buFont typeface="Arial" panose="020B0604020202020204" pitchFamily="34" charset="0"/>
              <a:buChar char="•"/>
            </a:pPr>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86" name="Rectangle 85">
            <a:extLst>
              <a:ext uri="{FF2B5EF4-FFF2-40B4-BE49-F238E27FC236}">
                <a16:creationId xmlns:a16="http://schemas.microsoft.com/office/drawing/2014/main" id="{33861C28-1BD9-75AA-F792-5D21EE484A73}"/>
              </a:ext>
            </a:extLst>
          </p:cNvPr>
          <p:cNvSpPr/>
          <p:nvPr/>
        </p:nvSpPr>
        <p:spPr>
          <a:xfrm>
            <a:off x="7110346" y="2346997"/>
            <a:ext cx="1982854" cy="2320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b="1" u="sng">
                <a:solidFill>
                  <a:schemeClr val="bg1"/>
                </a:solidFill>
                <a:latin typeface="Calibri" panose="020F0502020204030204" pitchFamily="34" charset="0"/>
                <a:ea typeface="Calibri" panose="020F0502020204030204" pitchFamily="34" charset="0"/>
                <a:cs typeface="Calibri" panose="020F0502020204030204" pitchFamily="34" charset="0"/>
              </a:rPr>
              <a:t>KPI [SMART Criteria]</a:t>
            </a:r>
          </a:p>
        </p:txBody>
      </p:sp>
      <p:sp>
        <p:nvSpPr>
          <p:cNvPr id="87" name="Rectangle 86">
            <a:extLst>
              <a:ext uri="{FF2B5EF4-FFF2-40B4-BE49-F238E27FC236}">
                <a16:creationId xmlns:a16="http://schemas.microsoft.com/office/drawing/2014/main" id="{E5C612BB-91D4-F463-B0EB-97C345FC41C0}"/>
              </a:ext>
            </a:extLst>
          </p:cNvPr>
          <p:cNvSpPr/>
          <p:nvPr/>
        </p:nvSpPr>
        <p:spPr>
          <a:xfrm>
            <a:off x="7110346" y="2571751"/>
            <a:ext cx="1982854" cy="8476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X_________</a:t>
            </a:r>
          </a:p>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Y_________</a:t>
            </a:r>
          </a:p>
          <a:p>
            <a:pPr marL="257175" indent="-257175">
              <a:buFont typeface="Arial" panose="020B0604020202020204" pitchFamily="34" charset="0"/>
              <a:buChar char="•"/>
            </a:pPr>
            <a:r>
              <a:rPr lang="en-US" sz="1100">
                <a:solidFill>
                  <a:schemeClr val="tx1"/>
                </a:solidFill>
                <a:latin typeface="Calibri" panose="020F0502020204030204" pitchFamily="34" charset="0"/>
                <a:ea typeface="Calibri" panose="020F0502020204030204" pitchFamily="34" charset="0"/>
                <a:cs typeface="Calibri" panose="020F0502020204030204" pitchFamily="34" charset="0"/>
              </a:rPr>
              <a:t>Z_________</a:t>
            </a:r>
          </a:p>
        </p:txBody>
      </p:sp>
      <p:sp>
        <p:nvSpPr>
          <p:cNvPr id="88" name="Rectangle 87">
            <a:extLst>
              <a:ext uri="{FF2B5EF4-FFF2-40B4-BE49-F238E27FC236}">
                <a16:creationId xmlns:a16="http://schemas.microsoft.com/office/drawing/2014/main" id="{6D66CE9B-01FF-DE49-3212-92DE041BCA17}"/>
              </a:ext>
            </a:extLst>
          </p:cNvPr>
          <p:cNvSpPr/>
          <p:nvPr/>
        </p:nvSpPr>
        <p:spPr>
          <a:xfrm>
            <a:off x="7110346" y="3382075"/>
            <a:ext cx="2008254" cy="2320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b="1">
                <a:latin typeface="Calibri" panose="020F0502020204030204" pitchFamily="34" charset="0"/>
                <a:ea typeface="Calibri" panose="020F0502020204030204" pitchFamily="34" charset="0"/>
                <a:cs typeface="Calibri" panose="020F0502020204030204" pitchFamily="34" charset="0"/>
              </a:rPr>
              <a:t>TEAM MEMBER &amp; STAKEHOLDER</a:t>
            </a:r>
          </a:p>
        </p:txBody>
      </p:sp>
      <p:sp>
        <p:nvSpPr>
          <p:cNvPr id="89" name="Rectangle 88">
            <a:extLst>
              <a:ext uri="{FF2B5EF4-FFF2-40B4-BE49-F238E27FC236}">
                <a16:creationId xmlns:a16="http://schemas.microsoft.com/office/drawing/2014/main" id="{0AB33191-2407-CF61-B112-219C4398BB5C}"/>
              </a:ext>
            </a:extLst>
          </p:cNvPr>
          <p:cNvSpPr/>
          <p:nvPr/>
        </p:nvSpPr>
        <p:spPr>
          <a:xfrm>
            <a:off x="7110346" y="3604882"/>
            <a:ext cx="2008254" cy="23202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b="1" u="sng">
                <a:solidFill>
                  <a:schemeClr val="tx1"/>
                </a:solidFill>
                <a:latin typeface="Calibri" panose="020F0502020204030204" pitchFamily="34" charset="0"/>
                <a:ea typeface="Calibri" panose="020F0502020204030204" pitchFamily="34" charset="0"/>
                <a:cs typeface="Calibri" panose="020F0502020204030204" pitchFamily="34" charset="0"/>
              </a:rPr>
              <a:t>TEAM MEMBER:</a:t>
            </a:r>
          </a:p>
        </p:txBody>
      </p:sp>
      <p:sp>
        <p:nvSpPr>
          <p:cNvPr id="90" name="Rectangle 89">
            <a:extLst>
              <a:ext uri="{FF2B5EF4-FFF2-40B4-BE49-F238E27FC236}">
                <a16:creationId xmlns:a16="http://schemas.microsoft.com/office/drawing/2014/main" id="{B078FE39-ABF1-831E-FBB4-E10D543EE1AC}"/>
              </a:ext>
            </a:extLst>
          </p:cNvPr>
          <p:cNvSpPr/>
          <p:nvPr/>
        </p:nvSpPr>
        <p:spPr>
          <a:xfrm>
            <a:off x="7110346" y="3836907"/>
            <a:ext cx="2008254" cy="4755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57175" indent="-257175">
              <a:buFont typeface="Arial" panose="020B0604020202020204" pitchFamily="34" charset="0"/>
              <a:buChar char="•"/>
            </a:pPr>
            <a:endParaRPr lang="en-US">
              <a:solidFill>
                <a:schemeClr val="tx1"/>
              </a:solidFill>
            </a:endParaRPr>
          </a:p>
        </p:txBody>
      </p:sp>
      <p:sp>
        <p:nvSpPr>
          <p:cNvPr id="91" name="Rectangle 90">
            <a:extLst>
              <a:ext uri="{FF2B5EF4-FFF2-40B4-BE49-F238E27FC236}">
                <a16:creationId xmlns:a16="http://schemas.microsoft.com/office/drawing/2014/main" id="{E86D2FA1-855F-3C8D-7D84-39B41F4542A4}"/>
              </a:ext>
            </a:extLst>
          </p:cNvPr>
          <p:cNvSpPr/>
          <p:nvPr/>
        </p:nvSpPr>
        <p:spPr>
          <a:xfrm>
            <a:off x="7086315" y="4298775"/>
            <a:ext cx="2044985" cy="232025"/>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b="1" u="sng">
                <a:solidFill>
                  <a:schemeClr val="tx1"/>
                </a:solidFill>
                <a:latin typeface="Calibri" panose="020F0502020204030204" pitchFamily="34" charset="0"/>
                <a:ea typeface="Calibri" panose="020F0502020204030204" pitchFamily="34" charset="0"/>
                <a:cs typeface="Calibri" panose="020F0502020204030204" pitchFamily="34" charset="0"/>
              </a:rPr>
              <a:t>STAKEHOLDER:</a:t>
            </a:r>
          </a:p>
        </p:txBody>
      </p:sp>
      <p:sp>
        <p:nvSpPr>
          <p:cNvPr id="92" name="Rectangle 91">
            <a:extLst>
              <a:ext uri="{FF2B5EF4-FFF2-40B4-BE49-F238E27FC236}">
                <a16:creationId xmlns:a16="http://schemas.microsoft.com/office/drawing/2014/main" id="{DCB79647-3153-F79F-5BCB-96E87BD81E50}"/>
              </a:ext>
            </a:extLst>
          </p:cNvPr>
          <p:cNvSpPr/>
          <p:nvPr/>
        </p:nvSpPr>
        <p:spPr>
          <a:xfrm>
            <a:off x="7086315" y="4541660"/>
            <a:ext cx="2032285" cy="5175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57175" indent="-257175">
              <a:buFont typeface="Arial" panose="020B0604020202020204" pitchFamily="34" charset="0"/>
              <a:buChar char="•"/>
            </a:pPr>
            <a:endParaRPr lang="en-US">
              <a:solidFill>
                <a:schemeClr val="tx1"/>
              </a:solidFill>
            </a:endParaRPr>
          </a:p>
        </p:txBody>
      </p:sp>
      <p:sp>
        <p:nvSpPr>
          <p:cNvPr id="93" name="Rectangle 92">
            <a:extLst>
              <a:ext uri="{FF2B5EF4-FFF2-40B4-BE49-F238E27FC236}">
                <a16:creationId xmlns:a16="http://schemas.microsoft.com/office/drawing/2014/main" id="{1587B247-236E-5EDB-4093-B925094D4DC7}"/>
              </a:ext>
            </a:extLst>
          </p:cNvPr>
          <p:cNvSpPr/>
          <p:nvPr/>
        </p:nvSpPr>
        <p:spPr>
          <a:xfrm>
            <a:off x="2309747" y="4029023"/>
            <a:ext cx="1119671" cy="162032"/>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latin typeface="Calibri" panose="020F0502020204030204" pitchFamily="34" charset="0"/>
                <a:ea typeface="Calibri" panose="020F0502020204030204" pitchFamily="34" charset="0"/>
                <a:cs typeface="Calibri" panose="020F0502020204030204" pitchFamily="34" charset="0"/>
              </a:rPr>
              <a:t>LEADER </a:t>
            </a:r>
            <a:r>
              <a:rPr lang="en-US" sz="1000" b="1">
                <a:latin typeface="Calibri" panose="020F0502020204030204" pitchFamily="34" charset="0"/>
                <a:ea typeface="Calibri" panose="020F0502020204030204" pitchFamily="34" charset="0"/>
                <a:cs typeface="Calibri" panose="020F0502020204030204" pitchFamily="34" charset="0"/>
              </a:rPr>
              <a:t>PROJECT</a:t>
            </a:r>
          </a:p>
        </p:txBody>
      </p:sp>
      <p:sp>
        <p:nvSpPr>
          <p:cNvPr id="94" name="Rectangle 93">
            <a:extLst>
              <a:ext uri="{FF2B5EF4-FFF2-40B4-BE49-F238E27FC236}">
                <a16:creationId xmlns:a16="http://schemas.microsoft.com/office/drawing/2014/main" id="{16A7D311-4DF7-F455-4D30-3DB690573233}"/>
              </a:ext>
            </a:extLst>
          </p:cNvPr>
          <p:cNvSpPr/>
          <p:nvPr/>
        </p:nvSpPr>
        <p:spPr>
          <a:xfrm>
            <a:off x="2309747" y="4205788"/>
            <a:ext cx="1119671" cy="8831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5" name="Rectangle 94">
            <a:extLst>
              <a:ext uri="{FF2B5EF4-FFF2-40B4-BE49-F238E27FC236}">
                <a16:creationId xmlns:a16="http://schemas.microsoft.com/office/drawing/2014/main" id="{E787716E-27B4-AC8E-5F59-25799FDFCDA6}"/>
              </a:ext>
            </a:extLst>
          </p:cNvPr>
          <p:cNvSpPr/>
          <p:nvPr/>
        </p:nvSpPr>
        <p:spPr>
          <a:xfrm>
            <a:off x="3453449" y="4029022"/>
            <a:ext cx="916914" cy="152244"/>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b="1">
                <a:latin typeface="Calibri" panose="020F0502020204030204" pitchFamily="34" charset="0"/>
                <a:ea typeface="Calibri" panose="020F0502020204030204" pitchFamily="34" charset="0"/>
                <a:cs typeface="Calibri" panose="020F0502020204030204" pitchFamily="34" charset="0"/>
              </a:rPr>
              <a:t>FACILITATOR</a:t>
            </a:r>
          </a:p>
        </p:txBody>
      </p:sp>
      <p:sp>
        <p:nvSpPr>
          <p:cNvPr id="96" name="Rectangle 95">
            <a:extLst>
              <a:ext uri="{FF2B5EF4-FFF2-40B4-BE49-F238E27FC236}">
                <a16:creationId xmlns:a16="http://schemas.microsoft.com/office/drawing/2014/main" id="{993BCD1F-0FE1-2A18-E042-D6F9FD3712BA}"/>
              </a:ext>
            </a:extLst>
          </p:cNvPr>
          <p:cNvSpPr/>
          <p:nvPr/>
        </p:nvSpPr>
        <p:spPr>
          <a:xfrm>
            <a:off x="3436891" y="4217493"/>
            <a:ext cx="933472" cy="88029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97" name="Rectangle 96">
            <a:extLst>
              <a:ext uri="{FF2B5EF4-FFF2-40B4-BE49-F238E27FC236}">
                <a16:creationId xmlns:a16="http://schemas.microsoft.com/office/drawing/2014/main" id="{B99AB896-8339-1BBA-5443-3E310F64339E}"/>
              </a:ext>
            </a:extLst>
          </p:cNvPr>
          <p:cNvSpPr/>
          <p:nvPr/>
        </p:nvSpPr>
        <p:spPr>
          <a:xfrm>
            <a:off x="4407846" y="4032473"/>
            <a:ext cx="1094401" cy="148793"/>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b="1">
                <a:latin typeface="Calibri" panose="020F0502020204030204" pitchFamily="34" charset="0"/>
                <a:ea typeface="Calibri" panose="020F0502020204030204" pitchFamily="34" charset="0"/>
                <a:cs typeface="Calibri" panose="020F0502020204030204" pitchFamily="34" charset="0"/>
              </a:rPr>
              <a:t>PROJECT</a:t>
            </a:r>
            <a:r>
              <a:rPr lang="en-US" sz="1000">
                <a:latin typeface="Calibri" panose="020F0502020204030204" pitchFamily="34" charset="0"/>
                <a:ea typeface="Calibri" panose="020F0502020204030204" pitchFamily="34" charset="0"/>
                <a:cs typeface="Calibri" panose="020F0502020204030204" pitchFamily="34" charset="0"/>
              </a:rPr>
              <a:t> </a:t>
            </a:r>
            <a:r>
              <a:rPr lang="en-US" sz="1000" b="1">
                <a:latin typeface="Calibri" panose="020F0502020204030204" pitchFamily="34" charset="0"/>
                <a:ea typeface="Calibri" panose="020F0502020204030204" pitchFamily="34" charset="0"/>
                <a:cs typeface="Calibri" panose="020F0502020204030204" pitchFamily="34" charset="0"/>
              </a:rPr>
              <a:t>OWNER</a:t>
            </a:r>
          </a:p>
        </p:txBody>
      </p:sp>
      <p:sp>
        <p:nvSpPr>
          <p:cNvPr id="98" name="Rectangle 97">
            <a:extLst>
              <a:ext uri="{FF2B5EF4-FFF2-40B4-BE49-F238E27FC236}">
                <a16:creationId xmlns:a16="http://schemas.microsoft.com/office/drawing/2014/main" id="{3A5CAEF1-6C23-8929-1C70-C5BE33B03426}"/>
              </a:ext>
            </a:extLst>
          </p:cNvPr>
          <p:cNvSpPr/>
          <p:nvPr/>
        </p:nvSpPr>
        <p:spPr>
          <a:xfrm>
            <a:off x="4407846" y="4198599"/>
            <a:ext cx="1094401" cy="903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6" name="Rectangle 105">
            <a:extLst>
              <a:ext uri="{FF2B5EF4-FFF2-40B4-BE49-F238E27FC236}">
                <a16:creationId xmlns:a16="http://schemas.microsoft.com/office/drawing/2014/main" id="{B7B7BBFC-F685-FE1A-DCA0-D5F3F73EFEE4}"/>
              </a:ext>
            </a:extLst>
          </p:cNvPr>
          <p:cNvSpPr/>
          <p:nvPr/>
        </p:nvSpPr>
        <p:spPr>
          <a:xfrm>
            <a:off x="5524606" y="4032156"/>
            <a:ext cx="1561709" cy="148793"/>
          </a:xfrm>
          <a:prstGeom prst="rect">
            <a:avLst/>
          </a:prstGeom>
          <a:solidFill>
            <a:srgbClr val="F2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b="1">
                <a:latin typeface="Calibri" panose="020F0502020204030204" pitchFamily="34" charset="0"/>
                <a:ea typeface="Calibri" panose="020F0502020204030204" pitchFamily="34" charset="0"/>
                <a:cs typeface="Calibri" panose="020F0502020204030204" pitchFamily="34" charset="0"/>
              </a:rPr>
              <a:t>PROJECT</a:t>
            </a:r>
            <a:r>
              <a:rPr lang="en-US" sz="1000">
                <a:latin typeface="Calibri" panose="020F0502020204030204" pitchFamily="34" charset="0"/>
                <a:ea typeface="Calibri" panose="020F0502020204030204" pitchFamily="34" charset="0"/>
                <a:cs typeface="Calibri" panose="020F0502020204030204" pitchFamily="34" charset="0"/>
              </a:rPr>
              <a:t> </a:t>
            </a:r>
            <a:r>
              <a:rPr lang="en-US" sz="1000" b="1">
                <a:latin typeface="Calibri" panose="020F0502020204030204" pitchFamily="34" charset="0"/>
                <a:ea typeface="Calibri" panose="020F0502020204030204" pitchFamily="34" charset="0"/>
                <a:cs typeface="Calibri" panose="020F0502020204030204" pitchFamily="34" charset="0"/>
              </a:rPr>
              <a:t>SPONSORSHIP</a:t>
            </a:r>
          </a:p>
        </p:txBody>
      </p:sp>
      <p:sp>
        <p:nvSpPr>
          <p:cNvPr id="107" name="Rectangle 106">
            <a:extLst>
              <a:ext uri="{FF2B5EF4-FFF2-40B4-BE49-F238E27FC236}">
                <a16:creationId xmlns:a16="http://schemas.microsoft.com/office/drawing/2014/main" id="{B151E4DD-4E2C-F991-B085-E6285A16A411}"/>
              </a:ext>
            </a:extLst>
          </p:cNvPr>
          <p:cNvSpPr/>
          <p:nvPr/>
        </p:nvSpPr>
        <p:spPr>
          <a:xfrm>
            <a:off x="5520460" y="4189594"/>
            <a:ext cx="1561709" cy="89807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US" sz="11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24" name="Oval 123">
            <a:extLst>
              <a:ext uri="{FF2B5EF4-FFF2-40B4-BE49-F238E27FC236}">
                <a16:creationId xmlns:a16="http://schemas.microsoft.com/office/drawing/2014/main" id="{BD99BA04-56A5-2076-B2D9-FDCDB0616DC8}"/>
              </a:ext>
            </a:extLst>
          </p:cNvPr>
          <p:cNvSpPr/>
          <p:nvPr/>
        </p:nvSpPr>
        <p:spPr>
          <a:xfrm>
            <a:off x="2410153" y="238463"/>
            <a:ext cx="371147" cy="3431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500">
                <a:latin typeface="Calibri" panose="020F0502020204030204" pitchFamily="34" charset="0"/>
                <a:ea typeface="Calibri" panose="020F0502020204030204" pitchFamily="34" charset="0"/>
                <a:cs typeface="Calibri" panose="020F0502020204030204" pitchFamily="34" charset="0"/>
              </a:rPr>
              <a:t>1</a:t>
            </a:r>
          </a:p>
        </p:txBody>
      </p:sp>
      <p:sp>
        <p:nvSpPr>
          <p:cNvPr id="125" name="Oval 124">
            <a:extLst>
              <a:ext uri="{FF2B5EF4-FFF2-40B4-BE49-F238E27FC236}">
                <a16:creationId xmlns:a16="http://schemas.microsoft.com/office/drawing/2014/main" id="{486BF8A3-A171-E773-C141-606ABB8D08A6}"/>
              </a:ext>
            </a:extLst>
          </p:cNvPr>
          <p:cNvSpPr/>
          <p:nvPr/>
        </p:nvSpPr>
        <p:spPr>
          <a:xfrm>
            <a:off x="8733320" y="1017709"/>
            <a:ext cx="371147" cy="3431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500">
                <a:latin typeface="Calibri" panose="020F0502020204030204" pitchFamily="34" charset="0"/>
                <a:ea typeface="Calibri" panose="020F0502020204030204" pitchFamily="34" charset="0"/>
                <a:cs typeface="Calibri" panose="020F0502020204030204" pitchFamily="34" charset="0"/>
              </a:rPr>
              <a:t>2</a:t>
            </a:r>
          </a:p>
        </p:txBody>
      </p:sp>
      <p:sp>
        <p:nvSpPr>
          <p:cNvPr id="126" name="Oval 125">
            <a:extLst>
              <a:ext uri="{FF2B5EF4-FFF2-40B4-BE49-F238E27FC236}">
                <a16:creationId xmlns:a16="http://schemas.microsoft.com/office/drawing/2014/main" id="{4EC5DB41-8B84-A5D0-2D85-0769898E4BAC}"/>
              </a:ext>
            </a:extLst>
          </p:cNvPr>
          <p:cNvSpPr/>
          <p:nvPr/>
        </p:nvSpPr>
        <p:spPr>
          <a:xfrm>
            <a:off x="137382" y="981490"/>
            <a:ext cx="371147" cy="3431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500">
                <a:latin typeface="Calibri" panose="020F0502020204030204" pitchFamily="34" charset="0"/>
                <a:ea typeface="Calibri" panose="020F0502020204030204" pitchFamily="34" charset="0"/>
                <a:cs typeface="Calibri" panose="020F0502020204030204" pitchFamily="34" charset="0"/>
              </a:rPr>
              <a:t>3</a:t>
            </a:r>
          </a:p>
        </p:txBody>
      </p:sp>
      <p:sp>
        <p:nvSpPr>
          <p:cNvPr id="127" name="Oval 126">
            <a:extLst>
              <a:ext uri="{FF2B5EF4-FFF2-40B4-BE49-F238E27FC236}">
                <a16:creationId xmlns:a16="http://schemas.microsoft.com/office/drawing/2014/main" id="{C673C1CA-C996-43EF-89F3-98CA30F0ECD7}"/>
              </a:ext>
            </a:extLst>
          </p:cNvPr>
          <p:cNvSpPr/>
          <p:nvPr/>
        </p:nvSpPr>
        <p:spPr>
          <a:xfrm>
            <a:off x="2652876" y="865478"/>
            <a:ext cx="371147" cy="34310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500">
                <a:latin typeface="Calibri" panose="020F0502020204030204" pitchFamily="34" charset="0"/>
                <a:ea typeface="Calibri" panose="020F0502020204030204" pitchFamily="34" charset="0"/>
                <a:cs typeface="Calibri" panose="020F0502020204030204" pitchFamily="34" charset="0"/>
              </a:rPr>
              <a:t>4</a:t>
            </a:r>
          </a:p>
        </p:txBody>
      </p:sp>
    </p:spTree>
    <p:extLst>
      <p:ext uri="{BB962C8B-B14F-4D97-AF65-F5344CB8AC3E}">
        <p14:creationId xmlns:p14="http://schemas.microsoft.com/office/powerpoint/2010/main" val="75230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CD6E8299-3011-E5F0-E6B4-0B866B08871E}"/>
            </a:ext>
          </a:extLst>
        </p:cNvPr>
        <p:cNvGrpSpPr/>
        <p:nvPr/>
      </p:nvGrpSpPr>
      <p:grpSpPr>
        <a:xfrm>
          <a:off x="0" y="0"/>
          <a:ext cx="0" cy="0"/>
          <a:chOff x="0" y="0"/>
          <a:chExt cx="0" cy="0"/>
        </a:xfrm>
      </p:grpSpPr>
      <p:pic>
        <p:nvPicPr>
          <p:cNvPr id="88" name="Google Shape;88;p17" title="SLIDE PRESENTATION4.jpg">
            <a:extLst>
              <a:ext uri="{FF2B5EF4-FFF2-40B4-BE49-F238E27FC236}">
                <a16:creationId xmlns:a16="http://schemas.microsoft.com/office/drawing/2014/main" id="{6683F5B9-A987-EB8B-5BE0-811888B84ECE}"/>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93" name="Google Shape;93;p17" title="LOGO PRIMER - Putih Orange  Putih.png">
            <a:extLst>
              <a:ext uri="{FF2B5EF4-FFF2-40B4-BE49-F238E27FC236}">
                <a16:creationId xmlns:a16="http://schemas.microsoft.com/office/drawing/2014/main" id="{2AF7E806-5E6F-E873-A9C2-22BAEFA46B0B}"/>
              </a:ext>
            </a:extLst>
          </p:cNvPr>
          <p:cNvPicPr preferRelativeResize="0"/>
          <p:nvPr/>
        </p:nvPicPr>
        <p:blipFill rotWithShape="1">
          <a:blip r:embed="rId4">
            <a:alphaModFix/>
          </a:blip>
          <a:srcRect/>
          <a:stretch/>
        </p:blipFill>
        <p:spPr>
          <a:xfrm>
            <a:off x="244625" y="254625"/>
            <a:ext cx="1324677" cy="503824"/>
          </a:xfrm>
          <a:prstGeom prst="rect">
            <a:avLst/>
          </a:prstGeom>
          <a:noFill/>
          <a:ln>
            <a:noFill/>
          </a:ln>
        </p:spPr>
      </p:pic>
      <p:grpSp>
        <p:nvGrpSpPr>
          <p:cNvPr id="12" name="Group 11">
            <a:extLst>
              <a:ext uri="{FF2B5EF4-FFF2-40B4-BE49-F238E27FC236}">
                <a16:creationId xmlns:a16="http://schemas.microsoft.com/office/drawing/2014/main" id="{E4E0B101-DBB7-A388-4DEC-64F0F43737D9}"/>
              </a:ext>
            </a:extLst>
          </p:cNvPr>
          <p:cNvGrpSpPr/>
          <p:nvPr/>
        </p:nvGrpSpPr>
        <p:grpSpPr>
          <a:xfrm>
            <a:off x="2989465" y="133211"/>
            <a:ext cx="6399163" cy="802313"/>
            <a:chOff x="2989465" y="91480"/>
            <a:chExt cx="6399163" cy="802313"/>
          </a:xfrm>
        </p:grpSpPr>
        <p:sp>
          <p:nvSpPr>
            <p:cNvPr id="13" name="Google Shape;75;p15">
              <a:extLst>
                <a:ext uri="{FF2B5EF4-FFF2-40B4-BE49-F238E27FC236}">
                  <a16:creationId xmlns:a16="http://schemas.microsoft.com/office/drawing/2014/main" id="{D14A5272-3E31-F263-AD11-5BAB264D08BD}"/>
                </a:ext>
              </a:extLst>
            </p:cNvPr>
            <p:cNvSpPr txBox="1"/>
            <p:nvPr/>
          </p:nvSpPr>
          <p:spPr>
            <a:xfrm>
              <a:off x="3559629" y="91480"/>
              <a:ext cx="5828999"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bg1"/>
                  </a:solidFill>
                  <a:latin typeface="Arial Black" panose="020B0A04020102020204" pitchFamily="34" charset="0"/>
                  <a:ea typeface="Inter"/>
                  <a:cs typeface="Inter"/>
                  <a:sym typeface="Inter"/>
                </a:rPr>
                <a:t>PROJECT IMPROVEMENT</a:t>
              </a:r>
              <a:endParaRPr sz="3000" b="1">
                <a:solidFill>
                  <a:schemeClr val="bg1"/>
                </a:solidFill>
                <a:latin typeface="Arial Black" panose="020B0A04020102020204" pitchFamily="34" charset="0"/>
                <a:ea typeface="Inter"/>
                <a:cs typeface="Inter"/>
                <a:sym typeface="Inter"/>
              </a:endParaRPr>
            </a:p>
          </p:txBody>
        </p:sp>
        <p:sp>
          <p:nvSpPr>
            <p:cNvPr id="14" name="Google Shape;75;p15">
              <a:extLst>
                <a:ext uri="{FF2B5EF4-FFF2-40B4-BE49-F238E27FC236}">
                  <a16:creationId xmlns:a16="http://schemas.microsoft.com/office/drawing/2014/main" id="{63B0EAFF-79D2-FD32-56CE-E85728CC1D7C}"/>
                </a:ext>
              </a:extLst>
            </p:cNvPr>
            <p:cNvSpPr txBox="1"/>
            <p:nvPr/>
          </p:nvSpPr>
          <p:spPr>
            <a:xfrm>
              <a:off x="2989465" y="91480"/>
              <a:ext cx="708086"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tx1"/>
                  </a:solidFill>
                  <a:latin typeface="Arial Black" panose="020B0A04020102020204" pitchFamily="34" charset="0"/>
                  <a:ea typeface="Inter"/>
                  <a:cs typeface="Inter"/>
                  <a:sym typeface="Inter"/>
                </a:rPr>
                <a:t>02</a:t>
              </a:r>
              <a:endParaRPr sz="3000" b="1">
                <a:solidFill>
                  <a:schemeClr val="tx1"/>
                </a:solidFill>
                <a:latin typeface="Arial Black" panose="020B0A04020102020204" pitchFamily="34" charset="0"/>
                <a:ea typeface="Inter"/>
                <a:cs typeface="Inter"/>
                <a:sym typeface="Inter"/>
              </a:endParaRPr>
            </a:p>
          </p:txBody>
        </p:sp>
        <p:sp>
          <p:nvSpPr>
            <p:cNvPr id="15" name="Google Shape;75;p15">
              <a:extLst>
                <a:ext uri="{FF2B5EF4-FFF2-40B4-BE49-F238E27FC236}">
                  <a16:creationId xmlns:a16="http://schemas.microsoft.com/office/drawing/2014/main" id="{0100EAAE-F471-5862-9439-AAA07613A118}"/>
                </a:ext>
              </a:extLst>
            </p:cNvPr>
            <p:cNvSpPr txBox="1"/>
            <p:nvPr/>
          </p:nvSpPr>
          <p:spPr>
            <a:xfrm>
              <a:off x="3009899" y="485273"/>
              <a:ext cx="1159363" cy="4085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rPr>
                <a:t>MEASURE</a:t>
              </a:r>
              <a:endParaRPr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endParaRPr>
            </a:p>
          </p:txBody>
        </p:sp>
      </p:grpSp>
      <p:sp>
        <p:nvSpPr>
          <p:cNvPr id="16" name="Google Shape;100;p18">
            <a:extLst>
              <a:ext uri="{FF2B5EF4-FFF2-40B4-BE49-F238E27FC236}">
                <a16:creationId xmlns:a16="http://schemas.microsoft.com/office/drawing/2014/main" id="{86FF94B0-D56B-C1F1-7CF7-8EBDED88895F}"/>
              </a:ext>
            </a:extLst>
          </p:cNvPr>
          <p:cNvSpPr txBox="1"/>
          <p:nvPr/>
        </p:nvSpPr>
        <p:spPr>
          <a:xfrm>
            <a:off x="520700" y="1013074"/>
            <a:ext cx="2475658"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Mengumpulkan Data</a:t>
            </a:r>
            <a:endParaRPr sz="1500" b="1">
              <a:solidFill>
                <a:schemeClr val="bg1"/>
              </a:solidFill>
              <a:latin typeface="Inter"/>
              <a:ea typeface="Inter"/>
              <a:cs typeface="Inter"/>
              <a:sym typeface="Inter"/>
            </a:endParaRPr>
          </a:p>
        </p:txBody>
      </p:sp>
      <p:sp>
        <p:nvSpPr>
          <p:cNvPr id="17" name="Freeform 2">
            <a:extLst>
              <a:ext uri="{FF2B5EF4-FFF2-40B4-BE49-F238E27FC236}">
                <a16:creationId xmlns:a16="http://schemas.microsoft.com/office/drawing/2014/main" id="{152D6A5C-639D-10D0-7B74-CEEA15E3FFAD}"/>
              </a:ext>
            </a:extLst>
          </p:cNvPr>
          <p:cNvSpPr/>
          <p:nvPr/>
        </p:nvSpPr>
        <p:spPr>
          <a:xfrm>
            <a:off x="276075" y="1100537"/>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18" name="Google Shape;100;p18">
            <a:extLst>
              <a:ext uri="{FF2B5EF4-FFF2-40B4-BE49-F238E27FC236}">
                <a16:creationId xmlns:a16="http://schemas.microsoft.com/office/drawing/2014/main" id="{DB024D60-BB4F-1730-C495-B3720F8BEB59}"/>
              </a:ext>
            </a:extLst>
          </p:cNvPr>
          <p:cNvSpPr txBox="1"/>
          <p:nvPr/>
        </p:nvSpPr>
        <p:spPr>
          <a:xfrm>
            <a:off x="520698" y="1886341"/>
            <a:ext cx="3038929" cy="37292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Validasi Pengukuran Data</a:t>
            </a:r>
            <a:endParaRPr sz="1500" b="1">
              <a:solidFill>
                <a:schemeClr val="bg1"/>
              </a:solidFill>
              <a:latin typeface="Inter"/>
              <a:ea typeface="Inter"/>
              <a:cs typeface="Inter"/>
              <a:sym typeface="Inter"/>
            </a:endParaRPr>
          </a:p>
        </p:txBody>
      </p:sp>
      <p:sp>
        <p:nvSpPr>
          <p:cNvPr id="19" name="Freeform 2">
            <a:extLst>
              <a:ext uri="{FF2B5EF4-FFF2-40B4-BE49-F238E27FC236}">
                <a16:creationId xmlns:a16="http://schemas.microsoft.com/office/drawing/2014/main" id="{15DFAE15-B1E2-80E4-3256-BAB1C673D644}"/>
              </a:ext>
            </a:extLst>
          </p:cNvPr>
          <p:cNvSpPr/>
          <p:nvPr/>
        </p:nvSpPr>
        <p:spPr>
          <a:xfrm>
            <a:off x="244624" y="1959740"/>
            <a:ext cx="276074" cy="226122"/>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0" name="Google Shape;101;p18">
            <a:extLst>
              <a:ext uri="{FF2B5EF4-FFF2-40B4-BE49-F238E27FC236}">
                <a16:creationId xmlns:a16="http://schemas.microsoft.com/office/drawing/2014/main" id="{BAE339A6-4465-6A65-0A5C-65CFE33A146F}"/>
              </a:ext>
            </a:extLst>
          </p:cNvPr>
          <p:cNvSpPr txBox="1"/>
          <p:nvPr/>
        </p:nvSpPr>
        <p:spPr>
          <a:xfrm>
            <a:off x="520699" y="1276481"/>
            <a:ext cx="3619501" cy="646300"/>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a:t>
            </a:r>
            <a:endParaRPr sz="1000">
              <a:solidFill>
                <a:schemeClr val="bg1"/>
              </a:solidFill>
              <a:latin typeface="Inter" panose="020B0604020202020204" charset="0"/>
              <a:ea typeface="Inter" panose="020B0604020202020204" charset="0"/>
              <a:cs typeface="Inter"/>
              <a:sym typeface="Inter"/>
            </a:endParaRPr>
          </a:p>
        </p:txBody>
      </p:sp>
      <p:sp>
        <p:nvSpPr>
          <p:cNvPr id="21" name="Google Shape;101;p18">
            <a:extLst>
              <a:ext uri="{FF2B5EF4-FFF2-40B4-BE49-F238E27FC236}">
                <a16:creationId xmlns:a16="http://schemas.microsoft.com/office/drawing/2014/main" id="{48D42C97-0E65-1A21-269A-DD8399176B1D}"/>
              </a:ext>
            </a:extLst>
          </p:cNvPr>
          <p:cNvSpPr txBox="1"/>
          <p:nvPr/>
        </p:nvSpPr>
        <p:spPr>
          <a:xfrm>
            <a:off x="520698" y="2172644"/>
            <a:ext cx="3528178" cy="646300"/>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endParaRPr sz="1000">
              <a:solidFill>
                <a:schemeClr val="bg1"/>
              </a:solidFill>
              <a:latin typeface="Inter" panose="020B0604020202020204" charset="0"/>
              <a:ea typeface="Inter" panose="020B0604020202020204" charset="0"/>
              <a:cs typeface="Inter"/>
              <a:sym typeface="Inter"/>
            </a:endParaRPr>
          </a:p>
        </p:txBody>
      </p:sp>
      <p:sp>
        <p:nvSpPr>
          <p:cNvPr id="22" name="Google Shape;100;p18">
            <a:extLst>
              <a:ext uri="{FF2B5EF4-FFF2-40B4-BE49-F238E27FC236}">
                <a16:creationId xmlns:a16="http://schemas.microsoft.com/office/drawing/2014/main" id="{40BAD6FD-7F82-ACB6-A7B9-5DC1B3DB3FE8}"/>
              </a:ext>
            </a:extLst>
          </p:cNvPr>
          <p:cNvSpPr txBox="1"/>
          <p:nvPr/>
        </p:nvSpPr>
        <p:spPr>
          <a:xfrm>
            <a:off x="520700" y="3163002"/>
            <a:ext cx="2475658"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Menganalisa Data</a:t>
            </a:r>
            <a:endParaRPr sz="1500" b="1">
              <a:solidFill>
                <a:schemeClr val="bg1"/>
              </a:solidFill>
              <a:latin typeface="Inter"/>
              <a:ea typeface="Inter"/>
              <a:cs typeface="Inter"/>
              <a:sym typeface="Inter"/>
            </a:endParaRPr>
          </a:p>
        </p:txBody>
      </p:sp>
      <p:sp>
        <p:nvSpPr>
          <p:cNvPr id="23" name="Freeform 2">
            <a:extLst>
              <a:ext uri="{FF2B5EF4-FFF2-40B4-BE49-F238E27FC236}">
                <a16:creationId xmlns:a16="http://schemas.microsoft.com/office/drawing/2014/main" id="{B8F11016-67DD-476F-4C98-9D62AFF84A1F}"/>
              </a:ext>
            </a:extLst>
          </p:cNvPr>
          <p:cNvSpPr/>
          <p:nvPr/>
        </p:nvSpPr>
        <p:spPr>
          <a:xfrm>
            <a:off x="276075" y="3250465"/>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4" name="Google Shape;100;p18">
            <a:extLst>
              <a:ext uri="{FF2B5EF4-FFF2-40B4-BE49-F238E27FC236}">
                <a16:creationId xmlns:a16="http://schemas.microsoft.com/office/drawing/2014/main" id="{3F17D227-ECE0-42F9-1138-790FB7BA5EE6}"/>
              </a:ext>
            </a:extLst>
          </p:cNvPr>
          <p:cNvSpPr txBox="1"/>
          <p:nvPr/>
        </p:nvSpPr>
        <p:spPr>
          <a:xfrm>
            <a:off x="520699" y="4109246"/>
            <a:ext cx="3860801" cy="35854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Penyusunan Alur Proses Improvement</a:t>
            </a:r>
            <a:endParaRPr sz="1500" b="1">
              <a:solidFill>
                <a:schemeClr val="bg1"/>
              </a:solidFill>
              <a:latin typeface="Inter"/>
              <a:ea typeface="Inter"/>
              <a:cs typeface="Inter"/>
              <a:sym typeface="Inter"/>
            </a:endParaRPr>
          </a:p>
        </p:txBody>
      </p:sp>
      <p:sp>
        <p:nvSpPr>
          <p:cNvPr id="25" name="Freeform 2">
            <a:extLst>
              <a:ext uri="{FF2B5EF4-FFF2-40B4-BE49-F238E27FC236}">
                <a16:creationId xmlns:a16="http://schemas.microsoft.com/office/drawing/2014/main" id="{94F7308C-E451-D0BA-F879-221687A21335}"/>
              </a:ext>
            </a:extLst>
          </p:cNvPr>
          <p:cNvSpPr/>
          <p:nvPr/>
        </p:nvSpPr>
        <p:spPr>
          <a:xfrm>
            <a:off x="244625" y="4182645"/>
            <a:ext cx="276074" cy="226122"/>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6" name="Google Shape;101;p18">
            <a:extLst>
              <a:ext uri="{FF2B5EF4-FFF2-40B4-BE49-F238E27FC236}">
                <a16:creationId xmlns:a16="http://schemas.microsoft.com/office/drawing/2014/main" id="{10AE5371-10D3-9866-F595-477408F62916}"/>
              </a:ext>
            </a:extLst>
          </p:cNvPr>
          <p:cNvSpPr txBox="1"/>
          <p:nvPr/>
        </p:nvSpPr>
        <p:spPr>
          <a:xfrm>
            <a:off x="520699" y="3426409"/>
            <a:ext cx="3528177" cy="646300"/>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a:t>
            </a:r>
            <a:endParaRPr sz="1000">
              <a:solidFill>
                <a:schemeClr val="bg1"/>
              </a:solidFill>
              <a:latin typeface="Inter" panose="020B0604020202020204" charset="0"/>
              <a:ea typeface="Inter" panose="020B0604020202020204" charset="0"/>
              <a:cs typeface="Inter"/>
              <a:sym typeface="Inter"/>
            </a:endParaRPr>
          </a:p>
        </p:txBody>
      </p:sp>
      <p:sp>
        <p:nvSpPr>
          <p:cNvPr id="27" name="Google Shape;101;p18">
            <a:extLst>
              <a:ext uri="{FF2B5EF4-FFF2-40B4-BE49-F238E27FC236}">
                <a16:creationId xmlns:a16="http://schemas.microsoft.com/office/drawing/2014/main" id="{26B56D4A-F2C4-9801-0974-4475C5263B66}"/>
              </a:ext>
            </a:extLst>
          </p:cNvPr>
          <p:cNvSpPr txBox="1"/>
          <p:nvPr/>
        </p:nvSpPr>
        <p:spPr>
          <a:xfrm>
            <a:off x="552149" y="4382641"/>
            <a:ext cx="3528177" cy="646300"/>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a:t>
            </a:r>
            <a:endParaRPr sz="1000">
              <a:solidFill>
                <a:schemeClr val="bg1"/>
              </a:solidFill>
              <a:latin typeface="Inter" panose="020B0604020202020204" charset="0"/>
              <a:ea typeface="Inter" panose="020B0604020202020204" charset="0"/>
              <a:cs typeface="Inter"/>
              <a:sym typeface="Inter"/>
            </a:endParaRPr>
          </a:p>
        </p:txBody>
      </p:sp>
      <p:cxnSp>
        <p:nvCxnSpPr>
          <p:cNvPr id="28" name="Straight Connector 27">
            <a:extLst>
              <a:ext uri="{FF2B5EF4-FFF2-40B4-BE49-F238E27FC236}">
                <a16:creationId xmlns:a16="http://schemas.microsoft.com/office/drawing/2014/main" id="{74BD61FC-D320-CC5E-6278-2804317E13F3}"/>
              </a:ext>
            </a:extLst>
          </p:cNvPr>
          <p:cNvCxnSpPr>
            <a:cxnSpLocks/>
          </p:cNvCxnSpPr>
          <p:nvPr/>
        </p:nvCxnSpPr>
        <p:spPr>
          <a:xfrm>
            <a:off x="276075" y="2959100"/>
            <a:ext cx="397483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22EBD7AD-1567-7020-40D7-C44D87A9A1F8}"/>
              </a:ext>
            </a:extLst>
          </p:cNvPr>
          <p:cNvGrpSpPr/>
          <p:nvPr/>
        </p:nvGrpSpPr>
        <p:grpSpPr>
          <a:xfrm>
            <a:off x="6764611" y="770246"/>
            <a:ext cx="2233086" cy="1352545"/>
            <a:chOff x="0" y="0"/>
            <a:chExt cx="1004178" cy="580478"/>
          </a:xfrm>
        </p:grpSpPr>
        <p:sp>
          <p:nvSpPr>
            <p:cNvPr id="33" name="Freeform 3">
              <a:extLst>
                <a:ext uri="{FF2B5EF4-FFF2-40B4-BE49-F238E27FC236}">
                  <a16:creationId xmlns:a16="http://schemas.microsoft.com/office/drawing/2014/main" id="{06931AC1-D2DF-1CB0-6FB8-25E155F341DE}"/>
                </a:ext>
              </a:extLst>
            </p:cNvPr>
            <p:cNvSpPr/>
            <p:nvPr/>
          </p:nvSpPr>
          <p:spPr>
            <a:xfrm>
              <a:off x="0" y="0"/>
              <a:ext cx="1004178" cy="580478"/>
            </a:xfrm>
            <a:custGeom>
              <a:avLst/>
              <a:gdLst/>
              <a:ahLst/>
              <a:cxnLst/>
              <a:rect l="l" t="t" r="r" b="b"/>
              <a:pathLst>
                <a:path w="1004178" h="580478">
                  <a:moveTo>
                    <a:pt x="0" y="0"/>
                  </a:moveTo>
                  <a:lnTo>
                    <a:pt x="1004178" y="0"/>
                  </a:lnTo>
                  <a:lnTo>
                    <a:pt x="1004178" y="580478"/>
                  </a:lnTo>
                  <a:lnTo>
                    <a:pt x="0" y="580478"/>
                  </a:lnTo>
                  <a:close/>
                </a:path>
              </a:pathLst>
            </a:custGeom>
            <a:blipFill>
              <a:blip r:embed="rId6"/>
              <a:stretch>
                <a:fillRect t="-7627" b="-7627"/>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34" name="Group 33">
            <a:extLst>
              <a:ext uri="{FF2B5EF4-FFF2-40B4-BE49-F238E27FC236}">
                <a16:creationId xmlns:a16="http://schemas.microsoft.com/office/drawing/2014/main" id="{64DBBE9F-175B-64BF-155B-3AD9550E8AF2}"/>
              </a:ext>
            </a:extLst>
          </p:cNvPr>
          <p:cNvGrpSpPr/>
          <p:nvPr/>
        </p:nvGrpSpPr>
        <p:grpSpPr>
          <a:xfrm>
            <a:off x="4324950" y="2224486"/>
            <a:ext cx="2475658" cy="1348579"/>
            <a:chOff x="0" y="0"/>
            <a:chExt cx="1004178" cy="580478"/>
          </a:xfrm>
        </p:grpSpPr>
        <p:sp>
          <p:nvSpPr>
            <p:cNvPr id="35" name="Freeform 19">
              <a:extLst>
                <a:ext uri="{FF2B5EF4-FFF2-40B4-BE49-F238E27FC236}">
                  <a16:creationId xmlns:a16="http://schemas.microsoft.com/office/drawing/2014/main" id="{C6E27E62-2F81-DECD-5D34-85AC4BD83BDB}"/>
                </a:ext>
              </a:extLst>
            </p:cNvPr>
            <p:cNvSpPr/>
            <p:nvPr/>
          </p:nvSpPr>
          <p:spPr>
            <a:xfrm>
              <a:off x="0" y="0"/>
              <a:ext cx="1004178" cy="580478"/>
            </a:xfrm>
            <a:custGeom>
              <a:avLst/>
              <a:gdLst/>
              <a:ahLst/>
              <a:cxnLst/>
              <a:rect l="l" t="t" r="r" b="b"/>
              <a:pathLst>
                <a:path w="1004178" h="580478">
                  <a:moveTo>
                    <a:pt x="0" y="0"/>
                  </a:moveTo>
                  <a:lnTo>
                    <a:pt x="1004178" y="0"/>
                  </a:lnTo>
                  <a:lnTo>
                    <a:pt x="1004178" y="580478"/>
                  </a:lnTo>
                  <a:lnTo>
                    <a:pt x="0" y="580478"/>
                  </a:lnTo>
                  <a:close/>
                </a:path>
              </a:pathLst>
            </a:custGeom>
            <a:blipFill>
              <a:blip r:embed="rId7"/>
              <a:stretch>
                <a:fillRect t="-7627" b="-7627"/>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36" name="Group 35">
            <a:extLst>
              <a:ext uri="{FF2B5EF4-FFF2-40B4-BE49-F238E27FC236}">
                <a16:creationId xmlns:a16="http://schemas.microsoft.com/office/drawing/2014/main" id="{C854FB8C-6394-F021-260E-D6744076E0FD}"/>
              </a:ext>
            </a:extLst>
          </p:cNvPr>
          <p:cNvGrpSpPr/>
          <p:nvPr/>
        </p:nvGrpSpPr>
        <p:grpSpPr>
          <a:xfrm>
            <a:off x="6764610" y="3657733"/>
            <a:ext cx="2233086" cy="1371207"/>
            <a:chOff x="0" y="0"/>
            <a:chExt cx="1004178" cy="580478"/>
          </a:xfrm>
        </p:grpSpPr>
        <p:sp>
          <p:nvSpPr>
            <p:cNvPr id="37" name="Freeform 21">
              <a:extLst>
                <a:ext uri="{FF2B5EF4-FFF2-40B4-BE49-F238E27FC236}">
                  <a16:creationId xmlns:a16="http://schemas.microsoft.com/office/drawing/2014/main" id="{4A7930E8-5065-CCAF-3872-077DC7160299}"/>
                </a:ext>
              </a:extLst>
            </p:cNvPr>
            <p:cNvSpPr/>
            <p:nvPr/>
          </p:nvSpPr>
          <p:spPr>
            <a:xfrm>
              <a:off x="0" y="0"/>
              <a:ext cx="1004178" cy="580478"/>
            </a:xfrm>
            <a:custGeom>
              <a:avLst/>
              <a:gdLst/>
              <a:ahLst/>
              <a:cxnLst/>
              <a:rect l="l" t="t" r="r" b="b"/>
              <a:pathLst>
                <a:path w="1004178" h="580478">
                  <a:moveTo>
                    <a:pt x="0" y="0"/>
                  </a:moveTo>
                  <a:lnTo>
                    <a:pt x="1004178" y="0"/>
                  </a:lnTo>
                  <a:lnTo>
                    <a:pt x="1004178" y="580478"/>
                  </a:lnTo>
                  <a:lnTo>
                    <a:pt x="0" y="580478"/>
                  </a:lnTo>
                  <a:close/>
                </a:path>
              </a:pathLst>
            </a:custGeom>
            <a:blipFill>
              <a:blip r:embed="rId8"/>
              <a:stretch>
                <a:fillRect l="-1383" r="-1383"/>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sp>
        <p:nvSpPr>
          <p:cNvPr id="38" name="Google Shape;101;p18">
            <a:extLst>
              <a:ext uri="{FF2B5EF4-FFF2-40B4-BE49-F238E27FC236}">
                <a16:creationId xmlns:a16="http://schemas.microsoft.com/office/drawing/2014/main" id="{5A8CFFBC-2475-3C80-62EE-7FA8CB8FB24F}"/>
              </a:ext>
            </a:extLst>
          </p:cNvPr>
          <p:cNvSpPr txBox="1"/>
          <p:nvPr/>
        </p:nvSpPr>
        <p:spPr>
          <a:xfrm>
            <a:off x="4259891" y="770246"/>
            <a:ext cx="2475658" cy="1415742"/>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endParaRPr lang="en-US" sz="1000">
              <a:solidFill>
                <a:schemeClr val="bg1"/>
              </a:solidFill>
              <a:latin typeface="Inter" panose="020B0604020202020204" charset="0"/>
              <a:ea typeface="Inter" panose="020B0604020202020204" charset="0"/>
              <a:cs typeface="Inter"/>
              <a:sym typeface="Inter"/>
            </a:endParaRPr>
          </a:p>
        </p:txBody>
      </p:sp>
      <p:sp>
        <p:nvSpPr>
          <p:cNvPr id="39" name="Google Shape;101;p18">
            <a:extLst>
              <a:ext uri="{FF2B5EF4-FFF2-40B4-BE49-F238E27FC236}">
                <a16:creationId xmlns:a16="http://schemas.microsoft.com/office/drawing/2014/main" id="{AA203330-D544-35AF-7179-BC72C9C41AF3}"/>
              </a:ext>
            </a:extLst>
          </p:cNvPr>
          <p:cNvSpPr txBox="1"/>
          <p:nvPr/>
        </p:nvSpPr>
        <p:spPr>
          <a:xfrm>
            <a:off x="6809592" y="2172963"/>
            <a:ext cx="2233086" cy="1415742"/>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endParaRPr lang="en-US" sz="1000">
              <a:solidFill>
                <a:schemeClr val="bg1"/>
              </a:solidFill>
              <a:latin typeface="Inter" panose="020B0604020202020204" charset="0"/>
              <a:ea typeface="Inter" panose="020B0604020202020204" charset="0"/>
              <a:cs typeface="Inter"/>
              <a:sym typeface="Inter"/>
            </a:endParaRPr>
          </a:p>
        </p:txBody>
      </p:sp>
      <p:sp>
        <p:nvSpPr>
          <p:cNvPr id="41" name="Google Shape;101;p18">
            <a:extLst>
              <a:ext uri="{FF2B5EF4-FFF2-40B4-BE49-F238E27FC236}">
                <a16:creationId xmlns:a16="http://schemas.microsoft.com/office/drawing/2014/main" id="{CEBCB21D-6B45-9D01-99E5-3F676048920F}"/>
              </a:ext>
            </a:extLst>
          </p:cNvPr>
          <p:cNvSpPr txBox="1"/>
          <p:nvPr/>
        </p:nvSpPr>
        <p:spPr>
          <a:xfrm>
            <a:off x="4288952" y="3667601"/>
            <a:ext cx="2475658" cy="1415742"/>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endParaRPr lang="en-US" sz="1000">
              <a:solidFill>
                <a:schemeClr val="bg1"/>
              </a:solidFill>
              <a:latin typeface="Inter" panose="020B0604020202020204" charset="0"/>
              <a:ea typeface="Inter" panose="020B0604020202020204" charset="0"/>
              <a:cs typeface="Inter"/>
              <a:sym typeface="Inter"/>
            </a:endParaRPr>
          </a:p>
        </p:txBody>
      </p:sp>
    </p:spTree>
    <p:extLst>
      <p:ext uri="{BB962C8B-B14F-4D97-AF65-F5344CB8AC3E}">
        <p14:creationId xmlns:p14="http://schemas.microsoft.com/office/powerpoint/2010/main" val="3974716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98">
          <a:extLst>
            <a:ext uri="{FF2B5EF4-FFF2-40B4-BE49-F238E27FC236}">
              <a16:creationId xmlns:a16="http://schemas.microsoft.com/office/drawing/2014/main" id="{BE00E247-CA23-AA89-808F-E949EF99E74B}"/>
            </a:ext>
          </a:extLst>
        </p:cNvPr>
        <p:cNvGrpSpPr/>
        <p:nvPr/>
      </p:nvGrpSpPr>
      <p:grpSpPr>
        <a:xfrm>
          <a:off x="0" y="0"/>
          <a:ext cx="0" cy="0"/>
          <a:chOff x="0" y="0"/>
          <a:chExt cx="0" cy="0"/>
        </a:xfrm>
      </p:grpSpPr>
      <p:pic>
        <p:nvPicPr>
          <p:cNvPr id="99" name="Google Shape;99;p18" title="SLIDE PRESENTATION4.jpg">
            <a:extLst>
              <a:ext uri="{FF2B5EF4-FFF2-40B4-BE49-F238E27FC236}">
                <a16:creationId xmlns:a16="http://schemas.microsoft.com/office/drawing/2014/main" id="{A0F40928-39AC-DD17-98AF-C30238E10739}"/>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104" name="Google Shape;104;p18" title="LOGO PRIMER - Orange Orange Biru.png">
            <a:extLst>
              <a:ext uri="{FF2B5EF4-FFF2-40B4-BE49-F238E27FC236}">
                <a16:creationId xmlns:a16="http://schemas.microsoft.com/office/drawing/2014/main" id="{B6F5A160-6CB0-AB4B-94BE-E9DAF94343AC}"/>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23" name="Google Shape;58;p13">
            <a:extLst>
              <a:ext uri="{FF2B5EF4-FFF2-40B4-BE49-F238E27FC236}">
                <a16:creationId xmlns:a16="http://schemas.microsoft.com/office/drawing/2014/main" id="{78F4331A-E0CA-FA42-C142-0376062F3534}"/>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(12)</a:t>
            </a:r>
            <a:endParaRPr sz="1000">
              <a:solidFill>
                <a:schemeClr val="tx1"/>
              </a:solidFill>
              <a:latin typeface="Inter"/>
              <a:ea typeface="Inter"/>
              <a:cs typeface="Inter"/>
              <a:sym typeface="Inter"/>
            </a:endParaRPr>
          </a:p>
        </p:txBody>
      </p:sp>
      <p:grpSp>
        <p:nvGrpSpPr>
          <p:cNvPr id="6" name="Group 5">
            <a:extLst>
              <a:ext uri="{FF2B5EF4-FFF2-40B4-BE49-F238E27FC236}">
                <a16:creationId xmlns:a16="http://schemas.microsoft.com/office/drawing/2014/main" id="{990A6224-1A12-1267-F654-49A4E96114F5}"/>
              </a:ext>
            </a:extLst>
          </p:cNvPr>
          <p:cNvGrpSpPr/>
          <p:nvPr/>
        </p:nvGrpSpPr>
        <p:grpSpPr>
          <a:xfrm>
            <a:off x="2997869" y="133211"/>
            <a:ext cx="6390759" cy="802313"/>
            <a:chOff x="2997869" y="91480"/>
            <a:chExt cx="6390759" cy="802313"/>
          </a:xfrm>
        </p:grpSpPr>
        <p:sp>
          <p:nvSpPr>
            <p:cNvPr id="7" name="Google Shape;75;p15">
              <a:extLst>
                <a:ext uri="{FF2B5EF4-FFF2-40B4-BE49-F238E27FC236}">
                  <a16:creationId xmlns:a16="http://schemas.microsoft.com/office/drawing/2014/main" id="{D2E34068-46B5-CB94-ED4F-0D7CDA4EA602}"/>
                </a:ext>
              </a:extLst>
            </p:cNvPr>
            <p:cNvSpPr txBox="1"/>
            <p:nvPr/>
          </p:nvSpPr>
          <p:spPr>
            <a:xfrm>
              <a:off x="3559629" y="91480"/>
              <a:ext cx="5828999"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rgbClr val="E55200"/>
                  </a:solidFill>
                  <a:latin typeface="Arial Black" panose="020B0A04020102020204" pitchFamily="34" charset="0"/>
                  <a:ea typeface="Inter"/>
                  <a:cs typeface="Inter"/>
                  <a:sym typeface="Inter"/>
                </a:rPr>
                <a:t>PROJECT IMPROVEMENT</a:t>
              </a:r>
              <a:endParaRPr sz="3000" b="1">
                <a:solidFill>
                  <a:srgbClr val="E55200"/>
                </a:solidFill>
                <a:latin typeface="Arial Black" panose="020B0A04020102020204" pitchFamily="34" charset="0"/>
                <a:ea typeface="Inter"/>
                <a:cs typeface="Inter"/>
                <a:sym typeface="Inter"/>
              </a:endParaRPr>
            </a:p>
          </p:txBody>
        </p:sp>
        <p:sp>
          <p:nvSpPr>
            <p:cNvPr id="10" name="Google Shape;75;p15">
              <a:extLst>
                <a:ext uri="{FF2B5EF4-FFF2-40B4-BE49-F238E27FC236}">
                  <a16:creationId xmlns:a16="http://schemas.microsoft.com/office/drawing/2014/main" id="{7BCE046F-81D7-271D-0FFD-41BF7F854715}"/>
                </a:ext>
              </a:extLst>
            </p:cNvPr>
            <p:cNvSpPr txBox="1"/>
            <p:nvPr/>
          </p:nvSpPr>
          <p:spPr>
            <a:xfrm>
              <a:off x="2997869" y="91480"/>
              <a:ext cx="699682"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tx1"/>
                  </a:solidFill>
                  <a:latin typeface="Arial Black" panose="020B0A04020102020204" pitchFamily="34" charset="0"/>
                  <a:ea typeface="Inter"/>
                  <a:cs typeface="Inter"/>
                  <a:sym typeface="Inter"/>
                </a:rPr>
                <a:t>03</a:t>
              </a:r>
              <a:endParaRPr sz="3000" b="1">
                <a:solidFill>
                  <a:schemeClr val="tx1"/>
                </a:solidFill>
                <a:latin typeface="Arial Black" panose="020B0A04020102020204" pitchFamily="34" charset="0"/>
                <a:ea typeface="Inter"/>
                <a:cs typeface="Inter"/>
                <a:sym typeface="Inter"/>
              </a:endParaRPr>
            </a:p>
          </p:txBody>
        </p:sp>
        <p:sp>
          <p:nvSpPr>
            <p:cNvPr id="11" name="Google Shape;75;p15">
              <a:extLst>
                <a:ext uri="{FF2B5EF4-FFF2-40B4-BE49-F238E27FC236}">
                  <a16:creationId xmlns:a16="http://schemas.microsoft.com/office/drawing/2014/main" id="{27741045-C154-E6A5-604A-B2425E2745C4}"/>
                </a:ext>
              </a:extLst>
            </p:cNvPr>
            <p:cNvSpPr txBox="1"/>
            <p:nvPr/>
          </p:nvSpPr>
          <p:spPr>
            <a:xfrm>
              <a:off x="3009899" y="485273"/>
              <a:ext cx="1159363" cy="4085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rPr>
                <a:t>ANALYZE</a:t>
              </a:r>
              <a:endParaRPr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endParaRPr>
            </a:p>
          </p:txBody>
        </p:sp>
      </p:grpSp>
      <p:sp>
        <p:nvSpPr>
          <p:cNvPr id="13" name="Google Shape;100;p18">
            <a:extLst>
              <a:ext uri="{FF2B5EF4-FFF2-40B4-BE49-F238E27FC236}">
                <a16:creationId xmlns:a16="http://schemas.microsoft.com/office/drawing/2014/main" id="{7AC86028-31EC-4589-8889-3D92197A6E3B}"/>
              </a:ext>
            </a:extLst>
          </p:cNvPr>
          <p:cNvSpPr txBox="1"/>
          <p:nvPr/>
        </p:nvSpPr>
        <p:spPr>
          <a:xfrm>
            <a:off x="520699" y="1013074"/>
            <a:ext cx="3038929"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Identifikasi Penyebab Masalah</a:t>
            </a:r>
            <a:endParaRPr sz="1500" b="1">
              <a:solidFill>
                <a:schemeClr val="tx1"/>
              </a:solidFill>
              <a:latin typeface="Inter"/>
              <a:ea typeface="Inter"/>
              <a:cs typeface="Inter"/>
              <a:sym typeface="Inter"/>
            </a:endParaRPr>
          </a:p>
        </p:txBody>
      </p:sp>
      <p:sp>
        <p:nvSpPr>
          <p:cNvPr id="24" name="Freeform 2">
            <a:extLst>
              <a:ext uri="{FF2B5EF4-FFF2-40B4-BE49-F238E27FC236}">
                <a16:creationId xmlns:a16="http://schemas.microsoft.com/office/drawing/2014/main" id="{F0194C4A-DB1D-F00D-63E9-D1E4D193AFCF}"/>
              </a:ext>
            </a:extLst>
          </p:cNvPr>
          <p:cNvSpPr/>
          <p:nvPr/>
        </p:nvSpPr>
        <p:spPr>
          <a:xfrm>
            <a:off x="276075" y="1100537"/>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7" name="Google Shape;100;p18">
            <a:extLst>
              <a:ext uri="{FF2B5EF4-FFF2-40B4-BE49-F238E27FC236}">
                <a16:creationId xmlns:a16="http://schemas.microsoft.com/office/drawing/2014/main" id="{431887C6-E21D-86AF-0F2C-F6857BB96582}"/>
              </a:ext>
            </a:extLst>
          </p:cNvPr>
          <p:cNvSpPr txBox="1"/>
          <p:nvPr/>
        </p:nvSpPr>
        <p:spPr>
          <a:xfrm>
            <a:off x="552149" y="2265815"/>
            <a:ext cx="3038929"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Analisa Data</a:t>
            </a:r>
            <a:endParaRPr sz="1500" b="1">
              <a:solidFill>
                <a:schemeClr val="tx1"/>
              </a:solidFill>
              <a:latin typeface="Inter"/>
              <a:ea typeface="Inter"/>
              <a:cs typeface="Inter"/>
              <a:sym typeface="Inter"/>
            </a:endParaRPr>
          </a:p>
        </p:txBody>
      </p:sp>
      <p:sp>
        <p:nvSpPr>
          <p:cNvPr id="28" name="Freeform 2">
            <a:extLst>
              <a:ext uri="{FF2B5EF4-FFF2-40B4-BE49-F238E27FC236}">
                <a16:creationId xmlns:a16="http://schemas.microsoft.com/office/drawing/2014/main" id="{D83E69F9-D5E1-7D00-C95E-A809F9836E08}"/>
              </a:ext>
            </a:extLst>
          </p:cNvPr>
          <p:cNvSpPr/>
          <p:nvPr/>
        </p:nvSpPr>
        <p:spPr>
          <a:xfrm>
            <a:off x="307525" y="2353278"/>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9" name="Google Shape;100;p18">
            <a:extLst>
              <a:ext uri="{FF2B5EF4-FFF2-40B4-BE49-F238E27FC236}">
                <a16:creationId xmlns:a16="http://schemas.microsoft.com/office/drawing/2014/main" id="{D628AF1B-4352-1BD4-9424-8E2A935F3B82}"/>
              </a:ext>
            </a:extLst>
          </p:cNvPr>
          <p:cNvSpPr txBox="1"/>
          <p:nvPr/>
        </p:nvSpPr>
        <p:spPr>
          <a:xfrm>
            <a:off x="552149" y="3547860"/>
            <a:ext cx="3279071"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Melakukan Root Cause Analysis</a:t>
            </a:r>
            <a:endParaRPr sz="1500" b="1">
              <a:solidFill>
                <a:schemeClr val="tx1"/>
              </a:solidFill>
              <a:latin typeface="Inter"/>
              <a:ea typeface="Inter"/>
              <a:cs typeface="Inter"/>
              <a:sym typeface="Inter"/>
            </a:endParaRPr>
          </a:p>
        </p:txBody>
      </p:sp>
      <p:sp>
        <p:nvSpPr>
          <p:cNvPr id="30" name="Freeform 2">
            <a:extLst>
              <a:ext uri="{FF2B5EF4-FFF2-40B4-BE49-F238E27FC236}">
                <a16:creationId xmlns:a16="http://schemas.microsoft.com/office/drawing/2014/main" id="{810CC78E-024D-DB77-633A-C09E8820045D}"/>
              </a:ext>
            </a:extLst>
          </p:cNvPr>
          <p:cNvSpPr/>
          <p:nvPr/>
        </p:nvSpPr>
        <p:spPr>
          <a:xfrm>
            <a:off x="307525" y="3635323"/>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31" name="Google Shape;100;p18">
            <a:extLst>
              <a:ext uri="{FF2B5EF4-FFF2-40B4-BE49-F238E27FC236}">
                <a16:creationId xmlns:a16="http://schemas.microsoft.com/office/drawing/2014/main" id="{20D2DCFC-1B97-3F61-A14A-5F0108A1A17F}"/>
              </a:ext>
            </a:extLst>
          </p:cNvPr>
          <p:cNvSpPr txBox="1"/>
          <p:nvPr/>
        </p:nvSpPr>
        <p:spPr>
          <a:xfrm>
            <a:off x="4954663" y="1013074"/>
            <a:ext cx="3038929"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Validasi Penyebab</a:t>
            </a:r>
            <a:endParaRPr sz="1500" b="1">
              <a:solidFill>
                <a:schemeClr val="tx1"/>
              </a:solidFill>
              <a:latin typeface="Inter"/>
              <a:ea typeface="Inter"/>
              <a:cs typeface="Inter"/>
              <a:sym typeface="Inter"/>
            </a:endParaRPr>
          </a:p>
        </p:txBody>
      </p:sp>
      <p:sp>
        <p:nvSpPr>
          <p:cNvPr id="32" name="Freeform 2">
            <a:extLst>
              <a:ext uri="{FF2B5EF4-FFF2-40B4-BE49-F238E27FC236}">
                <a16:creationId xmlns:a16="http://schemas.microsoft.com/office/drawing/2014/main" id="{74CF4089-8332-09EE-73EC-A88591D45CFB}"/>
              </a:ext>
            </a:extLst>
          </p:cNvPr>
          <p:cNvSpPr/>
          <p:nvPr/>
        </p:nvSpPr>
        <p:spPr>
          <a:xfrm>
            <a:off x="4710039" y="1100537"/>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33" name="Google Shape;100;p18">
            <a:extLst>
              <a:ext uri="{FF2B5EF4-FFF2-40B4-BE49-F238E27FC236}">
                <a16:creationId xmlns:a16="http://schemas.microsoft.com/office/drawing/2014/main" id="{6DB87BEA-7895-EDA4-D62D-BBE7FB7C3DE0}"/>
              </a:ext>
            </a:extLst>
          </p:cNvPr>
          <p:cNvSpPr txBox="1"/>
          <p:nvPr/>
        </p:nvSpPr>
        <p:spPr>
          <a:xfrm>
            <a:off x="4954663" y="2243365"/>
            <a:ext cx="3038929"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Hipotesa Perbaikan</a:t>
            </a:r>
            <a:endParaRPr sz="1500" b="1">
              <a:solidFill>
                <a:schemeClr val="tx1"/>
              </a:solidFill>
              <a:latin typeface="Inter"/>
              <a:ea typeface="Inter"/>
              <a:cs typeface="Inter"/>
              <a:sym typeface="Inter"/>
            </a:endParaRPr>
          </a:p>
        </p:txBody>
      </p:sp>
      <p:sp>
        <p:nvSpPr>
          <p:cNvPr id="34" name="Freeform 2">
            <a:extLst>
              <a:ext uri="{FF2B5EF4-FFF2-40B4-BE49-F238E27FC236}">
                <a16:creationId xmlns:a16="http://schemas.microsoft.com/office/drawing/2014/main" id="{4FC25FC8-D8F6-02F2-ED55-D9B23215E3BD}"/>
              </a:ext>
            </a:extLst>
          </p:cNvPr>
          <p:cNvSpPr/>
          <p:nvPr/>
        </p:nvSpPr>
        <p:spPr>
          <a:xfrm>
            <a:off x="4710039" y="2330828"/>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35" name="Google Shape;101;p18">
            <a:extLst>
              <a:ext uri="{FF2B5EF4-FFF2-40B4-BE49-F238E27FC236}">
                <a16:creationId xmlns:a16="http://schemas.microsoft.com/office/drawing/2014/main" id="{6AEF5661-4540-BE0A-EECE-CD8C28AB9D7A}"/>
              </a:ext>
            </a:extLst>
          </p:cNvPr>
          <p:cNvSpPr txBox="1"/>
          <p:nvPr/>
        </p:nvSpPr>
        <p:spPr>
          <a:xfrm>
            <a:off x="520699" y="1328788"/>
            <a:ext cx="3761934" cy="954077"/>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sp>
        <p:nvSpPr>
          <p:cNvPr id="36" name="Google Shape;101;p18">
            <a:extLst>
              <a:ext uri="{FF2B5EF4-FFF2-40B4-BE49-F238E27FC236}">
                <a16:creationId xmlns:a16="http://schemas.microsoft.com/office/drawing/2014/main" id="{6D9F4723-2CAB-43FA-D89B-44D91771C250}"/>
              </a:ext>
            </a:extLst>
          </p:cNvPr>
          <p:cNvSpPr txBox="1"/>
          <p:nvPr/>
        </p:nvSpPr>
        <p:spPr>
          <a:xfrm>
            <a:off x="552149" y="2548292"/>
            <a:ext cx="3761934" cy="954077"/>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sp>
        <p:nvSpPr>
          <p:cNvPr id="37" name="Google Shape;101;p18">
            <a:extLst>
              <a:ext uri="{FF2B5EF4-FFF2-40B4-BE49-F238E27FC236}">
                <a16:creationId xmlns:a16="http://schemas.microsoft.com/office/drawing/2014/main" id="{0BCB6A91-5A43-7186-72E3-F982A4018703}"/>
              </a:ext>
            </a:extLst>
          </p:cNvPr>
          <p:cNvSpPr txBox="1"/>
          <p:nvPr/>
        </p:nvSpPr>
        <p:spPr>
          <a:xfrm>
            <a:off x="552149" y="3875826"/>
            <a:ext cx="3761934" cy="954077"/>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sp>
        <p:nvSpPr>
          <p:cNvPr id="38" name="Google Shape;101;p18">
            <a:extLst>
              <a:ext uri="{FF2B5EF4-FFF2-40B4-BE49-F238E27FC236}">
                <a16:creationId xmlns:a16="http://schemas.microsoft.com/office/drawing/2014/main" id="{1918BD7C-C819-BCFD-881C-65B655972782}"/>
              </a:ext>
            </a:extLst>
          </p:cNvPr>
          <p:cNvSpPr txBox="1"/>
          <p:nvPr/>
        </p:nvSpPr>
        <p:spPr>
          <a:xfrm>
            <a:off x="4954663" y="1307973"/>
            <a:ext cx="3761934" cy="954077"/>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sp>
        <p:nvSpPr>
          <p:cNvPr id="39" name="Google Shape;101;p18">
            <a:extLst>
              <a:ext uri="{FF2B5EF4-FFF2-40B4-BE49-F238E27FC236}">
                <a16:creationId xmlns:a16="http://schemas.microsoft.com/office/drawing/2014/main" id="{A0628D6F-8561-7AB7-BF5B-96B1F90D9A53}"/>
              </a:ext>
            </a:extLst>
          </p:cNvPr>
          <p:cNvSpPr txBox="1"/>
          <p:nvPr/>
        </p:nvSpPr>
        <p:spPr>
          <a:xfrm>
            <a:off x="4986218" y="2566681"/>
            <a:ext cx="3761934" cy="954077"/>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 </a:t>
            </a:r>
            <a:r>
              <a:rPr lang="en-US" sz="1000" err="1">
                <a:latin typeface="Inter" panose="020B0604020202020204" charset="0"/>
                <a:ea typeface="Inter" panose="020B0604020202020204" charset="0"/>
              </a:rPr>
              <a:t>Fusce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dapibus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lectus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mauris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ut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tincidunt</a:t>
            </a:r>
            <a:r>
              <a:rPr lang="en-US" sz="1000">
                <a:latin typeface="Inter" panose="020B0604020202020204" charset="0"/>
                <a:ea typeface="Inter" panose="020B0604020202020204" charset="0"/>
              </a:rPr>
              <a:t> libero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sed.</a:t>
            </a:r>
            <a:endParaRPr sz="1000">
              <a:latin typeface="Inter" panose="020B0604020202020204" charset="0"/>
              <a:ea typeface="Inter" panose="020B0604020202020204" charset="0"/>
              <a:cs typeface="Inter"/>
              <a:sym typeface="Inter"/>
            </a:endParaRPr>
          </a:p>
        </p:txBody>
      </p:sp>
    </p:spTree>
    <p:extLst>
      <p:ext uri="{BB962C8B-B14F-4D97-AF65-F5344CB8AC3E}">
        <p14:creationId xmlns:p14="http://schemas.microsoft.com/office/powerpoint/2010/main" val="4130594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87">
          <a:extLst>
            <a:ext uri="{FF2B5EF4-FFF2-40B4-BE49-F238E27FC236}">
              <a16:creationId xmlns:a16="http://schemas.microsoft.com/office/drawing/2014/main" id="{68D9E3C1-21B1-2398-2A3B-6BF71126619B}"/>
            </a:ext>
          </a:extLst>
        </p:cNvPr>
        <p:cNvGrpSpPr/>
        <p:nvPr/>
      </p:nvGrpSpPr>
      <p:grpSpPr>
        <a:xfrm>
          <a:off x="0" y="0"/>
          <a:ext cx="0" cy="0"/>
          <a:chOff x="0" y="0"/>
          <a:chExt cx="0" cy="0"/>
        </a:xfrm>
      </p:grpSpPr>
      <p:pic>
        <p:nvPicPr>
          <p:cNvPr id="88" name="Google Shape;88;p17" title="SLIDE PRESENTATION4.jpg">
            <a:extLst>
              <a:ext uri="{FF2B5EF4-FFF2-40B4-BE49-F238E27FC236}">
                <a16:creationId xmlns:a16="http://schemas.microsoft.com/office/drawing/2014/main" id="{63F86E30-B473-7C23-9C45-5D55FA846EF1}"/>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93" name="Google Shape;93;p17" title="LOGO PRIMER - Putih Orange  Putih.png">
            <a:extLst>
              <a:ext uri="{FF2B5EF4-FFF2-40B4-BE49-F238E27FC236}">
                <a16:creationId xmlns:a16="http://schemas.microsoft.com/office/drawing/2014/main" id="{60D9EDD7-CB79-0991-CACC-5D6508EDBBB6}"/>
              </a:ext>
            </a:extLst>
          </p:cNvPr>
          <p:cNvPicPr preferRelativeResize="0"/>
          <p:nvPr/>
        </p:nvPicPr>
        <p:blipFill rotWithShape="1">
          <a:blip r:embed="rId4">
            <a:alphaModFix/>
          </a:blip>
          <a:srcRect/>
          <a:stretch/>
        </p:blipFill>
        <p:spPr>
          <a:xfrm>
            <a:off x="244625" y="254625"/>
            <a:ext cx="1324677" cy="503824"/>
          </a:xfrm>
          <a:prstGeom prst="rect">
            <a:avLst/>
          </a:prstGeom>
          <a:noFill/>
          <a:ln>
            <a:noFill/>
          </a:ln>
        </p:spPr>
      </p:pic>
      <p:grpSp>
        <p:nvGrpSpPr>
          <p:cNvPr id="12" name="Group 11">
            <a:extLst>
              <a:ext uri="{FF2B5EF4-FFF2-40B4-BE49-F238E27FC236}">
                <a16:creationId xmlns:a16="http://schemas.microsoft.com/office/drawing/2014/main" id="{40F17BB6-2A87-97D6-525B-7D8AF2F7BCE6}"/>
              </a:ext>
            </a:extLst>
          </p:cNvPr>
          <p:cNvGrpSpPr/>
          <p:nvPr/>
        </p:nvGrpSpPr>
        <p:grpSpPr>
          <a:xfrm>
            <a:off x="2997869" y="133211"/>
            <a:ext cx="6390759" cy="802313"/>
            <a:chOff x="2997869" y="91480"/>
            <a:chExt cx="6390759" cy="802313"/>
          </a:xfrm>
        </p:grpSpPr>
        <p:sp>
          <p:nvSpPr>
            <p:cNvPr id="13" name="Google Shape;75;p15">
              <a:extLst>
                <a:ext uri="{FF2B5EF4-FFF2-40B4-BE49-F238E27FC236}">
                  <a16:creationId xmlns:a16="http://schemas.microsoft.com/office/drawing/2014/main" id="{605FC2E6-4ABA-811B-262C-09AED1092BC6}"/>
                </a:ext>
              </a:extLst>
            </p:cNvPr>
            <p:cNvSpPr txBox="1"/>
            <p:nvPr/>
          </p:nvSpPr>
          <p:spPr>
            <a:xfrm>
              <a:off x="3559629" y="91480"/>
              <a:ext cx="5828999"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bg1"/>
                  </a:solidFill>
                  <a:latin typeface="Arial Black" panose="020B0A04020102020204" pitchFamily="34" charset="0"/>
                  <a:ea typeface="Inter"/>
                  <a:cs typeface="Inter"/>
                  <a:sym typeface="Inter"/>
                </a:rPr>
                <a:t>PROJECT IMPROVEMENT</a:t>
              </a:r>
              <a:endParaRPr sz="3000" b="1">
                <a:solidFill>
                  <a:schemeClr val="bg1"/>
                </a:solidFill>
                <a:latin typeface="Arial Black" panose="020B0A04020102020204" pitchFamily="34" charset="0"/>
                <a:ea typeface="Inter"/>
                <a:cs typeface="Inter"/>
                <a:sym typeface="Inter"/>
              </a:endParaRPr>
            </a:p>
          </p:txBody>
        </p:sp>
        <p:sp>
          <p:nvSpPr>
            <p:cNvPr id="14" name="Google Shape;75;p15">
              <a:extLst>
                <a:ext uri="{FF2B5EF4-FFF2-40B4-BE49-F238E27FC236}">
                  <a16:creationId xmlns:a16="http://schemas.microsoft.com/office/drawing/2014/main" id="{263991F9-208E-30A5-5B63-DCFC482559F2}"/>
                </a:ext>
              </a:extLst>
            </p:cNvPr>
            <p:cNvSpPr txBox="1"/>
            <p:nvPr/>
          </p:nvSpPr>
          <p:spPr>
            <a:xfrm>
              <a:off x="2997869" y="91480"/>
              <a:ext cx="699682"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tx1"/>
                  </a:solidFill>
                  <a:latin typeface="Arial Black" panose="020B0A04020102020204" pitchFamily="34" charset="0"/>
                  <a:ea typeface="Inter"/>
                  <a:cs typeface="Inter"/>
                  <a:sym typeface="Inter"/>
                </a:rPr>
                <a:t>04</a:t>
              </a:r>
              <a:endParaRPr sz="3000" b="1">
                <a:solidFill>
                  <a:schemeClr val="tx1"/>
                </a:solidFill>
                <a:latin typeface="Arial Black" panose="020B0A04020102020204" pitchFamily="34" charset="0"/>
                <a:ea typeface="Inter"/>
                <a:cs typeface="Inter"/>
                <a:sym typeface="Inter"/>
              </a:endParaRPr>
            </a:p>
          </p:txBody>
        </p:sp>
        <p:sp>
          <p:nvSpPr>
            <p:cNvPr id="15" name="Google Shape;75;p15">
              <a:extLst>
                <a:ext uri="{FF2B5EF4-FFF2-40B4-BE49-F238E27FC236}">
                  <a16:creationId xmlns:a16="http://schemas.microsoft.com/office/drawing/2014/main" id="{7CF80A1D-64A3-1066-E714-5D07A4451E13}"/>
                </a:ext>
              </a:extLst>
            </p:cNvPr>
            <p:cNvSpPr txBox="1"/>
            <p:nvPr/>
          </p:nvSpPr>
          <p:spPr>
            <a:xfrm>
              <a:off x="3009899" y="485273"/>
              <a:ext cx="1159363" cy="4085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rPr>
                <a:t>IMPROVE</a:t>
              </a:r>
              <a:endParaRPr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endParaRPr>
            </a:p>
          </p:txBody>
        </p:sp>
      </p:grpSp>
      <p:cxnSp>
        <p:nvCxnSpPr>
          <p:cNvPr id="2" name="Straight Connector 1">
            <a:extLst>
              <a:ext uri="{FF2B5EF4-FFF2-40B4-BE49-F238E27FC236}">
                <a16:creationId xmlns:a16="http://schemas.microsoft.com/office/drawing/2014/main" id="{E18C3185-A847-3859-2FFC-DD2D64A71787}"/>
              </a:ext>
            </a:extLst>
          </p:cNvPr>
          <p:cNvCxnSpPr/>
          <p:nvPr/>
        </p:nvCxnSpPr>
        <p:spPr>
          <a:xfrm>
            <a:off x="0" y="1206500"/>
            <a:ext cx="91440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F58D5A-8615-00F1-5AC8-9330E5476364}"/>
              </a:ext>
            </a:extLst>
          </p:cNvPr>
          <p:cNvCxnSpPr>
            <a:cxnSpLocks/>
          </p:cNvCxnSpPr>
          <p:nvPr/>
        </p:nvCxnSpPr>
        <p:spPr>
          <a:xfrm>
            <a:off x="2910551" y="1206500"/>
            <a:ext cx="0" cy="39369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AD161810-8416-6DA4-49E9-9D8A23E19C04}"/>
              </a:ext>
            </a:extLst>
          </p:cNvPr>
          <p:cNvCxnSpPr>
            <a:cxnSpLocks/>
          </p:cNvCxnSpPr>
          <p:nvPr/>
        </p:nvCxnSpPr>
        <p:spPr>
          <a:xfrm>
            <a:off x="5876907" y="1206510"/>
            <a:ext cx="0" cy="393699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 name="Google Shape;100;p18">
            <a:extLst>
              <a:ext uri="{FF2B5EF4-FFF2-40B4-BE49-F238E27FC236}">
                <a16:creationId xmlns:a16="http://schemas.microsoft.com/office/drawing/2014/main" id="{FABE0C48-5952-B7F8-3BC0-182CE64A364C}"/>
              </a:ext>
            </a:extLst>
          </p:cNvPr>
          <p:cNvSpPr txBox="1"/>
          <p:nvPr/>
        </p:nvSpPr>
        <p:spPr>
          <a:xfrm>
            <a:off x="520699" y="1306209"/>
            <a:ext cx="2601385"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Pengembangan Solusi</a:t>
            </a:r>
            <a:endParaRPr sz="1500" b="1">
              <a:solidFill>
                <a:schemeClr val="bg1"/>
              </a:solidFill>
              <a:latin typeface="Inter"/>
              <a:ea typeface="Inter"/>
              <a:cs typeface="Inter"/>
              <a:sym typeface="Inter"/>
            </a:endParaRPr>
          </a:p>
        </p:txBody>
      </p:sp>
      <p:sp>
        <p:nvSpPr>
          <p:cNvPr id="6" name="Freeform 2">
            <a:extLst>
              <a:ext uri="{FF2B5EF4-FFF2-40B4-BE49-F238E27FC236}">
                <a16:creationId xmlns:a16="http://schemas.microsoft.com/office/drawing/2014/main" id="{AC514F73-B82D-FBFF-57E9-C5F145A00FCC}"/>
              </a:ext>
            </a:extLst>
          </p:cNvPr>
          <p:cNvSpPr/>
          <p:nvPr/>
        </p:nvSpPr>
        <p:spPr>
          <a:xfrm>
            <a:off x="244625"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7" name="Google Shape;100;p18">
            <a:extLst>
              <a:ext uri="{FF2B5EF4-FFF2-40B4-BE49-F238E27FC236}">
                <a16:creationId xmlns:a16="http://schemas.microsoft.com/office/drawing/2014/main" id="{30F134F3-675C-8A0D-0979-D3D1CD1BD471}"/>
              </a:ext>
            </a:extLst>
          </p:cNvPr>
          <p:cNvSpPr txBox="1"/>
          <p:nvPr/>
        </p:nvSpPr>
        <p:spPr>
          <a:xfrm>
            <a:off x="3500553" y="1306209"/>
            <a:ext cx="2475658"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Implementasi Solusi</a:t>
            </a:r>
            <a:endParaRPr sz="1500" b="1">
              <a:solidFill>
                <a:schemeClr val="bg1"/>
              </a:solidFill>
              <a:latin typeface="Inter"/>
              <a:ea typeface="Inter"/>
              <a:cs typeface="Inter"/>
              <a:sym typeface="Inter"/>
            </a:endParaRPr>
          </a:p>
        </p:txBody>
      </p:sp>
      <p:sp>
        <p:nvSpPr>
          <p:cNvPr id="8" name="Freeform 2">
            <a:extLst>
              <a:ext uri="{FF2B5EF4-FFF2-40B4-BE49-F238E27FC236}">
                <a16:creationId xmlns:a16="http://schemas.microsoft.com/office/drawing/2014/main" id="{B4473045-0A80-C143-1D9C-2BEBFFD65FCA}"/>
              </a:ext>
            </a:extLst>
          </p:cNvPr>
          <p:cNvSpPr/>
          <p:nvPr/>
        </p:nvSpPr>
        <p:spPr>
          <a:xfrm>
            <a:off x="3224478"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9" name="Google Shape;100;p18">
            <a:extLst>
              <a:ext uri="{FF2B5EF4-FFF2-40B4-BE49-F238E27FC236}">
                <a16:creationId xmlns:a16="http://schemas.microsoft.com/office/drawing/2014/main" id="{3218D693-98BD-1C45-061E-5ACCF3BDE4D7}"/>
              </a:ext>
            </a:extLst>
          </p:cNvPr>
          <p:cNvSpPr txBox="1"/>
          <p:nvPr/>
        </p:nvSpPr>
        <p:spPr>
          <a:xfrm>
            <a:off x="6211994" y="1306210"/>
            <a:ext cx="2976275" cy="401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Mengukur Hasil Implementasi</a:t>
            </a:r>
            <a:endParaRPr sz="1500" b="1">
              <a:solidFill>
                <a:schemeClr val="bg1"/>
              </a:solidFill>
              <a:latin typeface="Inter"/>
              <a:ea typeface="Inter"/>
              <a:cs typeface="Inter"/>
              <a:sym typeface="Inter"/>
            </a:endParaRPr>
          </a:p>
        </p:txBody>
      </p:sp>
      <p:sp>
        <p:nvSpPr>
          <p:cNvPr id="10" name="Freeform 2">
            <a:extLst>
              <a:ext uri="{FF2B5EF4-FFF2-40B4-BE49-F238E27FC236}">
                <a16:creationId xmlns:a16="http://schemas.microsoft.com/office/drawing/2014/main" id="{45CB0854-4D5F-94C7-10BC-3FDCE8FA8C32}"/>
              </a:ext>
            </a:extLst>
          </p:cNvPr>
          <p:cNvSpPr/>
          <p:nvPr/>
        </p:nvSpPr>
        <p:spPr>
          <a:xfrm>
            <a:off x="5975722" y="1362414"/>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11" name="Google Shape;101;p18">
            <a:extLst>
              <a:ext uri="{FF2B5EF4-FFF2-40B4-BE49-F238E27FC236}">
                <a16:creationId xmlns:a16="http://schemas.microsoft.com/office/drawing/2014/main" id="{000A47C0-3DE8-267A-B16B-F7F0CC2AD302}"/>
              </a:ext>
            </a:extLst>
          </p:cNvPr>
          <p:cNvSpPr txBox="1"/>
          <p:nvPr/>
        </p:nvSpPr>
        <p:spPr>
          <a:xfrm>
            <a:off x="193111" y="1654552"/>
            <a:ext cx="2626536" cy="2031295"/>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tincidunt</a:t>
            </a:r>
            <a:r>
              <a:rPr lang="en-US" sz="1000">
                <a:solidFill>
                  <a:schemeClr val="bg1"/>
                </a:solidFill>
                <a:latin typeface="Inter" panose="020B0604020202020204" charset="0"/>
                <a:ea typeface="Inter" panose="020B0604020202020204" charset="0"/>
              </a:rPr>
              <a:t> libero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sed. </a:t>
            </a:r>
            <a:r>
              <a:rPr lang="en-US" sz="1000" err="1">
                <a:solidFill>
                  <a:schemeClr val="bg1"/>
                </a:solidFill>
                <a:latin typeface="Inter" panose="020B0604020202020204" charset="0"/>
                <a:ea typeface="Inter" panose="020B0604020202020204" charset="0"/>
              </a:rPr>
              <a:t>Etiam</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metus</a:t>
            </a:r>
            <a:r>
              <a:rPr lang="en-US" sz="1000">
                <a:solidFill>
                  <a:schemeClr val="bg1"/>
                </a:solidFill>
                <a:latin typeface="Inter" panose="020B0604020202020204" charset="0"/>
                <a:ea typeface="Inter" panose="020B0604020202020204" charset="0"/>
              </a:rPr>
              <a:t> a </a:t>
            </a:r>
            <a:r>
              <a:rPr lang="en-US" sz="1000" err="1">
                <a:solidFill>
                  <a:schemeClr val="bg1"/>
                </a:solidFill>
                <a:latin typeface="Inter" panose="020B0604020202020204" charset="0"/>
                <a:ea typeface="Inter" panose="020B0604020202020204" charset="0"/>
              </a:rPr>
              <a:t>lobortis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Nulla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imperdiet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augue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venenatis</a:t>
            </a:r>
            <a:r>
              <a:rPr lang="en-US" sz="1000">
                <a:solidFill>
                  <a:schemeClr val="bg1"/>
                </a:solidFill>
                <a:latin typeface="Inter" panose="020B0604020202020204" charset="0"/>
                <a:ea typeface="Inter" panose="020B0604020202020204" charset="0"/>
              </a:rPr>
              <a:t> dolor,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ullamcorper</a:t>
            </a:r>
            <a:r>
              <a:rPr lang="en-US" sz="1000">
                <a:solidFill>
                  <a:schemeClr val="bg1"/>
                </a:solidFill>
                <a:latin typeface="Inter" panose="020B0604020202020204" charset="0"/>
                <a:ea typeface="Inter" panose="020B0604020202020204" charset="0"/>
              </a:rPr>
              <a:t> magna </a:t>
            </a:r>
            <a:r>
              <a:rPr lang="en-US" sz="1000" err="1">
                <a:solidFill>
                  <a:schemeClr val="bg1"/>
                </a:solidFill>
                <a:latin typeface="Inter" panose="020B0604020202020204" charset="0"/>
                <a:ea typeface="Inter" panose="020B0604020202020204" charset="0"/>
              </a:rPr>
              <a:t>tortor</a:t>
            </a:r>
            <a:r>
              <a:rPr lang="en-US" sz="1000">
                <a:solidFill>
                  <a:schemeClr val="bg1"/>
                </a:solidFill>
                <a:latin typeface="Inter" panose="020B0604020202020204" charset="0"/>
                <a:ea typeface="Inter" panose="020B0604020202020204" charset="0"/>
              </a:rPr>
              <a:t> vitae </a:t>
            </a:r>
            <a:r>
              <a:rPr lang="en-US" sz="1000" err="1">
                <a:solidFill>
                  <a:schemeClr val="bg1"/>
                </a:solidFill>
                <a:latin typeface="Inter" panose="020B0604020202020204" charset="0"/>
                <a:ea typeface="Inter" panose="020B0604020202020204" charset="0"/>
              </a:rPr>
              <a:t>velit</a:t>
            </a:r>
            <a:r>
              <a:rPr lang="en-US" sz="1000">
                <a:solidFill>
                  <a:schemeClr val="bg1"/>
                </a:solidFill>
                <a:latin typeface="Inter" panose="020B0604020202020204" charset="0"/>
                <a:ea typeface="Inter" panose="020B0604020202020204" charset="0"/>
              </a:rPr>
              <a:t>.​</a:t>
            </a:r>
            <a:endParaRPr sz="1000">
              <a:solidFill>
                <a:schemeClr val="bg1"/>
              </a:solidFill>
              <a:latin typeface="Inter" panose="020B0604020202020204" charset="0"/>
              <a:ea typeface="Inter" panose="020B0604020202020204" charset="0"/>
              <a:cs typeface="Inter"/>
              <a:sym typeface="Inter"/>
            </a:endParaRPr>
          </a:p>
        </p:txBody>
      </p:sp>
      <p:sp>
        <p:nvSpPr>
          <p:cNvPr id="29" name="Google Shape;101;p18">
            <a:extLst>
              <a:ext uri="{FF2B5EF4-FFF2-40B4-BE49-F238E27FC236}">
                <a16:creationId xmlns:a16="http://schemas.microsoft.com/office/drawing/2014/main" id="{2A9664D2-75A7-F197-2535-271E51FEEDF9}"/>
              </a:ext>
            </a:extLst>
          </p:cNvPr>
          <p:cNvSpPr txBox="1"/>
          <p:nvPr/>
        </p:nvSpPr>
        <p:spPr>
          <a:xfrm>
            <a:off x="3002601" y="1633041"/>
            <a:ext cx="2928855" cy="1877407"/>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tincidunt</a:t>
            </a:r>
            <a:r>
              <a:rPr lang="en-US" sz="1000">
                <a:solidFill>
                  <a:schemeClr val="bg1"/>
                </a:solidFill>
                <a:latin typeface="Inter" panose="020B0604020202020204" charset="0"/>
                <a:ea typeface="Inter" panose="020B0604020202020204" charset="0"/>
              </a:rPr>
              <a:t> libero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sed. </a:t>
            </a:r>
            <a:r>
              <a:rPr lang="en-US" sz="1000" err="1">
                <a:solidFill>
                  <a:schemeClr val="bg1"/>
                </a:solidFill>
                <a:latin typeface="Inter" panose="020B0604020202020204" charset="0"/>
                <a:ea typeface="Inter" panose="020B0604020202020204" charset="0"/>
              </a:rPr>
              <a:t>Etiam</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metus</a:t>
            </a:r>
            <a:r>
              <a:rPr lang="en-US" sz="1000">
                <a:solidFill>
                  <a:schemeClr val="bg1"/>
                </a:solidFill>
                <a:latin typeface="Inter" panose="020B0604020202020204" charset="0"/>
                <a:ea typeface="Inter" panose="020B0604020202020204" charset="0"/>
              </a:rPr>
              <a:t> a </a:t>
            </a:r>
            <a:r>
              <a:rPr lang="en-US" sz="1000" err="1">
                <a:solidFill>
                  <a:schemeClr val="bg1"/>
                </a:solidFill>
                <a:latin typeface="Inter" panose="020B0604020202020204" charset="0"/>
                <a:ea typeface="Inter" panose="020B0604020202020204" charset="0"/>
              </a:rPr>
              <a:t>lobortis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Nulla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imperdiet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augue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venenatis</a:t>
            </a:r>
            <a:r>
              <a:rPr lang="en-US" sz="1000">
                <a:solidFill>
                  <a:schemeClr val="bg1"/>
                </a:solidFill>
                <a:latin typeface="Inter" panose="020B0604020202020204" charset="0"/>
                <a:ea typeface="Inter" panose="020B0604020202020204" charset="0"/>
              </a:rPr>
              <a:t> dolor,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ullamcorper</a:t>
            </a:r>
            <a:r>
              <a:rPr lang="en-US" sz="1000">
                <a:solidFill>
                  <a:schemeClr val="bg1"/>
                </a:solidFill>
                <a:latin typeface="Inter" panose="020B0604020202020204" charset="0"/>
                <a:ea typeface="Inter" panose="020B0604020202020204" charset="0"/>
              </a:rPr>
              <a:t> magna </a:t>
            </a:r>
            <a:r>
              <a:rPr lang="en-US" sz="1000" err="1">
                <a:solidFill>
                  <a:schemeClr val="bg1"/>
                </a:solidFill>
                <a:latin typeface="Inter" panose="020B0604020202020204" charset="0"/>
                <a:ea typeface="Inter" panose="020B0604020202020204" charset="0"/>
              </a:rPr>
              <a:t>tortor</a:t>
            </a:r>
            <a:r>
              <a:rPr lang="en-US" sz="1000">
                <a:solidFill>
                  <a:schemeClr val="bg1"/>
                </a:solidFill>
                <a:latin typeface="Inter" panose="020B0604020202020204" charset="0"/>
                <a:ea typeface="Inter" panose="020B0604020202020204" charset="0"/>
              </a:rPr>
              <a:t> vitae </a:t>
            </a:r>
            <a:r>
              <a:rPr lang="en-US" sz="1000" err="1">
                <a:solidFill>
                  <a:schemeClr val="bg1"/>
                </a:solidFill>
                <a:latin typeface="Inter" panose="020B0604020202020204" charset="0"/>
                <a:ea typeface="Inter" panose="020B0604020202020204" charset="0"/>
              </a:rPr>
              <a:t>velit</a:t>
            </a:r>
            <a:r>
              <a:rPr lang="en-US" sz="1000">
                <a:solidFill>
                  <a:schemeClr val="bg1"/>
                </a:solidFill>
                <a:latin typeface="Inter" panose="020B0604020202020204" charset="0"/>
                <a:ea typeface="Inter" panose="020B0604020202020204" charset="0"/>
              </a:rPr>
              <a:t>.​</a:t>
            </a:r>
            <a:endParaRPr sz="1000">
              <a:solidFill>
                <a:schemeClr val="bg1"/>
              </a:solidFill>
              <a:latin typeface="Inter" panose="020B0604020202020204" charset="0"/>
              <a:ea typeface="Inter" panose="020B0604020202020204" charset="0"/>
              <a:cs typeface="Inter"/>
              <a:sym typeface="Inter"/>
            </a:endParaRPr>
          </a:p>
        </p:txBody>
      </p:sp>
      <p:sp>
        <p:nvSpPr>
          <p:cNvPr id="30" name="Google Shape;101;p18">
            <a:extLst>
              <a:ext uri="{FF2B5EF4-FFF2-40B4-BE49-F238E27FC236}">
                <a16:creationId xmlns:a16="http://schemas.microsoft.com/office/drawing/2014/main" id="{D395E5B8-B7B4-4B80-35F9-FCA526B341A6}"/>
              </a:ext>
            </a:extLst>
          </p:cNvPr>
          <p:cNvSpPr txBox="1"/>
          <p:nvPr/>
        </p:nvSpPr>
        <p:spPr>
          <a:xfrm>
            <a:off x="6113180" y="1679129"/>
            <a:ext cx="2976276" cy="1877407"/>
          </a:xfrm>
          <a:prstGeom prst="rect">
            <a:avLst/>
          </a:prstGeom>
          <a:noFill/>
          <a:ln>
            <a:noFill/>
          </a:ln>
        </p:spPr>
        <p:txBody>
          <a:bodyPr spcFirstLastPara="1" wrap="square" lIns="91425" tIns="91425" rIns="91425" bIns="91425" anchor="t" anchorCtr="0">
            <a:spAutoFit/>
          </a:bodyPr>
          <a:lstStyle/>
          <a:p>
            <a:pPr lvl="0"/>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 </a:t>
            </a:r>
            <a:r>
              <a:rPr lang="en-US" sz="1000" err="1">
                <a:solidFill>
                  <a:schemeClr val="bg1"/>
                </a:solidFill>
                <a:latin typeface="Inter" panose="020B0604020202020204" charset="0"/>
                <a:ea typeface="Inter" panose="020B0604020202020204" charset="0"/>
              </a:rPr>
              <a:t>Fusce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dapibus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lectus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tincidunt</a:t>
            </a:r>
            <a:r>
              <a:rPr lang="en-US" sz="1000">
                <a:solidFill>
                  <a:schemeClr val="bg1"/>
                </a:solidFill>
                <a:latin typeface="Inter" panose="020B0604020202020204" charset="0"/>
                <a:ea typeface="Inter" panose="020B0604020202020204" charset="0"/>
              </a:rPr>
              <a:t> libero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sed. </a:t>
            </a:r>
            <a:r>
              <a:rPr lang="en-US" sz="1000" err="1">
                <a:solidFill>
                  <a:schemeClr val="bg1"/>
                </a:solidFill>
                <a:latin typeface="Inter" panose="020B0604020202020204" charset="0"/>
                <a:ea typeface="Inter" panose="020B0604020202020204" charset="0"/>
              </a:rPr>
              <a:t>Etiam</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ut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metus</a:t>
            </a:r>
            <a:r>
              <a:rPr lang="en-US" sz="1000">
                <a:solidFill>
                  <a:schemeClr val="bg1"/>
                </a:solidFill>
                <a:latin typeface="Inter" panose="020B0604020202020204" charset="0"/>
                <a:ea typeface="Inter" panose="020B0604020202020204" charset="0"/>
              </a:rPr>
              <a:t> a </a:t>
            </a:r>
            <a:r>
              <a:rPr lang="en-US" sz="1000" err="1">
                <a:solidFill>
                  <a:schemeClr val="bg1"/>
                </a:solidFill>
                <a:latin typeface="Inter" panose="020B0604020202020204" charset="0"/>
                <a:ea typeface="Inter" panose="020B0604020202020204" charset="0"/>
              </a:rPr>
              <a:t>lobortis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Nulla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imperdiet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augue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mauris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venenatis</a:t>
            </a:r>
            <a:r>
              <a:rPr lang="en-US" sz="1000">
                <a:solidFill>
                  <a:schemeClr val="bg1"/>
                </a:solidFill>
                <a:latin typeface="Inter" panose="020B0604020202020204" charset="0"/>
                <a:ea typeface="Inter" panose="020B0604020202020204" charset="0"/>
              </a:rPr>
              <a:t> dolor,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ullamcorper</a:t>
            </a:r>
            <a:r>
              <a:rPr lang="en-US" sz="1000">
                <a:solidFill>
                  <a:schemeClr val="bg1"/>
                </a:solidFill>
                <a:latin typeface="Inter" panose="020B0604020202020204" charset="0"/>
                <a:ea typeface="Inter" panose="020B0604020202020204" charset="0"/>
              </a:rPr>
              <a:t> magna </a:t>
            </a:r>
            <a:r>
              <a:rPr lang="en-US" sz="1000" err="1">
                <a:solidFill>
                  <a:schemeClr val="bg1"/>
                </a:solidFill>
                <a:latin typeface="Inter" panose="020B0604020202020204" charset="0"/>
                <a:ea typeface="Inter" panose="020B0604020202020204" charset="0"/>
              </a:rPr>
              <a:t>tortor</a:t>
            </a:r>
            <a:r>
              <a:rPr lang="en-US" sz="1000">
                <a:solidFill>
                  <a:schemeClr val="bg1"/>
                </a:solidFill>
                <a:latin typeface="Inter" panose="020B0604020202020204" charset="0"/>
                <a:ea typeface="Inter" panose="020B0604020202020204" charset="0"/>
              </a:rPr>
              <a:t> vitae </a:t>
            </a:r>
            <a:r>
              <a:rPr lang="en-US" sz="1000" err="1">
                <a:solidFill>
                  <a:schemeClr val="bg1"/>
                </a:solidFill>
                <a:latin typeface="Inter" panose="020B0604020202020204" charset="0"/>
                <a:ea typeface="Inter" panose="020B0604020202020204" charset="0"/>
              </a:rPr>
              <a:t>velit</a:t>
            </a:r>
            <a:r>
              <a:rPr lang="en-US" sz="1000">
                <a:solidFill>
                  <a:schemeClr val="bg1"/>
                </a:solidFill>
                <a:latin typeface="Inter" panose="020B0604020202020204" charset="0"/>
                <a:ea typeface="Inter" panose="020B0604020202020204" charset="0"/>
              </a:rPr>
              <a:t>.​</a:t>
            </a:r>
            <a:endParaRPr sz="1000">
              <a:solidFill>
                <a:schemeClr val="bg1"/>
              </a:solidFill>
              <a:latin typeface="Inter" panose="020B0604020202020204" charset="0"/>
              <a:ea typeface="Inter" panose="020B0604020202020204" charset="0"/>
              <a:cs typeface="Inter"/>
              <a:sym typeface="Inter"/>
            </a:endParaRPr>
          </a:p>
        </p:txBody>
      </p:sp>
      <p:sp>
        <p:nvSpPr>
          <p:cNvPr id="31" name="Google Shape;58;p13">
            <a:extLst>
              <a:ext uri="{FF2B5EF4-FFF2-40B4-BE49-F238E27FC236}">
                <a16:creationId xmlns:a16="http://schemas.microsoft.com/office/drawing/2014/main" id="{E135DF0E-C10C-523F-99C8-7160178566E7}"/>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bg1"/>
                </a:solidFill>
                <a:latin typeface="Inter"/>
                <a:ea typeface="Inter"/>
                <a:cs typeface="Inter"/>
                <a:sym typeface="Inter"/>
              </a:rPr>
              <a:t>(13)</a:t>
            </a:r>
            <a:endParaRPr sz="1000">
              <a:solidFill>
                <a:schemeClr val="bg1"/>
              </a:solidFill>
              <a:latin typeface="Inter"/>
              <a:ea typeface="Inter"/>
              <a:cs typeface="Inter"/>
              <a:sym typeface="Inter"/>
            </a:endParaRPr>
          </a:p>
        </p:txBody>
      </p:sp>
    </p:spTree>
    <p:extLst>
      <p:ext uri="{BB962C8B-B14F-4D97-AF65-F5344CB8AC3E}">
        <p14:creationId xmlns:p14="http://schemas.microsoft.com/office/powerpoint/2010/main" val="1668721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98">
          <a:extLst>
            <a:ext uri="{FF2B5EF4-FFF2-40B4-BE49-F238E27FC236}">
              <a16:creationId xmlns:a16="http://schemas.microsoft.com/office/drawing/2014/main" id="{E304E17B-F5BA-9C33-5502-A567B900314D}"/>
            </a:ext>
          </a:extLst>
        </p:cNvPr>
        <p:cNvGrpSpPr/>
        <p:nvPr/>
      </p:nvGrpSpPr>
      <p:grpSpPr>
        <a:xfrm>
          <a:off x="0" y="0"/>
          <a:ext cx="0" cy="0"/>
          <a:chOff x="0" y="0"/>
          <a:chExt cx="0" cy="0"/>
        </a:xfrm>
      </p:grpSpPr>
      <p:pic>
        <p:nvPicPr>
          <p:cNvPr id="99" name="Google Shape;99;p18" title="SLIDE PRESENTATION4.jpg">
            <a:extLst>
              <a:ext uri="{FF2B5EF4-FFF2-40B4-BE49-F238E27FC236}">
                <a16:creationId xmlns:a16="http://schemas.microsoft.com/office/drawing/2014/main" id="{D0B0FDF4-C10B-E750-05F0-CA0E9C007933}"/>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104" name="Google Shape;104;p18" title="LOGO PRIMER - Orange Orange Biru.png">
            <a:extLst>
              <a:ext uri="{FF2B5EF4-FFF2-40B4-BE49-F238E27FC236}">
                <a16:creationId xmlns:a16="http://schemas.microsoft.com/office/drawing/2014/main" id="{F95233E5-DEF7-DBB9-675C-6639D094C23F}"/>
              </a:ext>
            </a:extLst>
          </p:cNvPr>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23" name="Google Shape;58;p13">
            <a:extLst>
              <a:ext uri="{FF2B5EF4-FFF2-40B4-BE49-F238E27FC236}">
                <a16:creationId xmlns:a16="http://schemas.microsoft.com/office/drawing/2014/main" id="{8848B495-6F77-FFED-C362-D3D3673C14DE}"/>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tx1"/>
                </a:solidFill>
                <a:latin typeface="Inter"/>
                <a:ea typeface="Inter"/>
                <a:cs typeface="Inter"/>
                <a:sym typeface="Inter"/>
              </a:rPr>
              <a:t>(14)</a:t>
            </a:r>
            <a:endParaRPr sz="1000">
              <a:solidFill>
                <a:schemeClr val="tx1"/>
              </a:solidFill>
              <a:latin typeface="Inter"/>
              <a:ea typeface="Inter"/>
              <a:cs typeface="Inter"/>
              <a:sym typeface="Inter"/>
            </a:endParaRPr>
          </a:p>
        </p:txBody>
      </p:sp>
      <p:grpSp>
        <p:nvGrpSpPr>
          <p:cNvPr id="6" name="Group 5">
            <a:extLst>
              <a:ext uri="{FF2B5EF4-FFF2-40B4-BE49-F238E27FC236}">
                <a16:creationId xmlns:a16="http://schemas.microsoft.com/office/drawing/2014/main" id="{1AAB1ED9-5E30-8325-FE76-854116CEDA0F}"/>
              </a:ext>
            </a:extLst>
          </p:cNvPr>
          <p:cNvGrpSpPr/>
          <p:nvPr/>
        </p:nvGrpSpPr>
        <p:grpSpPr>
          <a:xfrm>
            <a:off x="2947443" y="133211"/>
            <a:ext cx="6441185" cy="802313"/>
            <a:chOff x="2947443" y="91480"/>
            <a:chExt cx="6441185" cy="802313"/>
          </a:xfrm>
        </p:grpSpPr>
        <p:sp>
          <p:nvSpPr>
            <p:cNvPr id="7" name="Google Shape;75;p15">
              <a:extLst>
                <a:ext uri="{FF2B5EF4-FFF2-40B4-BE49-F238E27FC236}">
                  <a16:creationId xmlns:a16="http://schemas.microsoft.com/office/drawing/2014/main" id="{CD68359E-1218-64B4-B4CC-4A541AF49E19}"/>
                </a:ext>
              </a:extLst>
            </p:cNvPr>
            <p:cNvSpPr txBox="1"/>
            <p:nvPr/>
          </p:nvSpPr>
          <p:spPr>
            <a:xfrm>
              <a:off x="3559629" y="91480"/>
              <a:ext cx="5828999"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rgbClr val="E55200"/>
                  </a:solidFill>
                  <a:latin typeface="Arial Black" panose="020B0A04020102020204" pitchFamily="34" charset="0"/>
                  <a:ea typeface="Inter"/>
                  <a:cs typeface="Inter"/>
                  <a:sym typeface="Inter"/>
                </a:rPr>
                <a:t>PROJECT IMPROVEMENT</a:t>
              </a:r>
              <a:endParaRPr sz="3000" b="1">
                <a:solidFill>
                  <a:srgbClr val="E55200"/>
                </a:solidFill>
                <a:latin typeface="Arial Black" panose="020B0A04020102020204" pitchFamily="34" charset="0"/>
                <a:ea typeface="Inter"/>
                <a:cs typeface="Inter"/>
                <a:sym typeface="Inter"/>
              </a:endParaRPr>
            </a:p>
          </p:txBody>
        </p:sp>
        <p:sp>
          <p:nvSpPr>
            <p:cNvPr id="10" name="Google Shape;75;p15">
              <a:extLst>
                <a:ext uri="{FF2B5EF4-FFF2-40B4-BE49-F238E27FC236}">
                  <a16:creationId xmlns:a16="http://schemas.microsoft.com/office/drawing/2014/main" id="{77D400AA-8B0A-211A-D99F-637063FEBFD2}"/>
                </a:ext>
              </a:extLst>
            </p:cNvPr>
            <p:cNvSpPr txBox="1"/>
            <p:nvPr/>
          </p:nvSpPr>
          <p:spPr>
            <a:xfrm>
              <a:off x="2947443" y="99884"/>
              <a:ext cx="750108" cy="503824"/>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3000" b="1">
                  <a:solidFill>
                    <a:schemeClr val="tx1"/>
                  </a:solidFill>
                  <a:latin typeface="Arial Black" panose="020B0A04020102020204" pitchFamily="34" charset="0"/>
                  <a:ea typeface="Inter"/>
                  <a:cs typeface="Inter"/>
                  <a:sym typeface="Inter"/>
                </a:rPr>
                <a:t>05</a:t>
              </a:r>
              <a:endParaRPr sz="3000" b="1">
                <a:solidFill>
                  <a:schemeClr val="tx1"/>
                </a:solidFill>
                <a:latin typeface="Arial Black" panose="020B0A04020102020204" pitchFamily="34" charset="0"/>
                <a:ea typeface="Inter"/>
                <a:cs typeface="Inter"/>
                <a:sym typeface="Inter"/>
              </a:endParaRPr>
            </a:p>
          </p:txBody>
        </p:sp>
        <p:sp>
          <p:nvSpPr>
            <p:cNvPr id="11" name="Google Shape;75;p15">
              <a:extLst>
                <a:ext uri="{FF2B5EF4-FFF2-40B4-BE49-F238E27FC236}">
                  <a16:creationId xmlns:a16="http://schemas.microsoft.com/office/drawing/2014/main" id="{EB29176C-6C8C-D3FE-D29B-95548ABD5B3C}"/>
                </a:ext>
              </a:extLst>
            </p:cNvPr>
            <p:cNvSpPr txBox="1"/>
            <p:nvPr/>
          </p:nvSpPr>
          <p:spPr>
            <a:xfrm>
              <a:off x="3009899" y="485273"/>
              <a:ext cx="1159363" cy="4085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rPr>
                <a:t>CONTROL</a:t>
              </a:r>
              <a:endParaRPr sz="1300" b="1">
                <a:ln w="10160">
                  <a:solidFill>
                    <a:schemeClr val="tx1"/>
                  </a:solidFill>
                  <a:prstDash val="solid"/>
                </a:ln>
                <a:solidFill>
                  <a:srgbClr val="FFFFFF"/>
                </a:solidFill>
                <a:effectLst>
                  <a:outerShdw blurRad="38100" dist="22860" dir="5400000" algn="tl" rotWithShape="0">
                    <a:srgbClr val="000000">
                      <a:alpha val="30000"/>
                    </a:srgbClr>
                  </a:outerShdw>
                </a:effectLst>
                <a:latin typeface="Arial Black" panose="020B0A04020102020204" pitchFamily="34" charset="0"/>
                <a:ea typeface="Inter"/>
                <a:cs typeface="Inter"/>
                <a:sym typeface="Inter"/>
              </a:endParaRPr>
            </a:p>
          </p:txBody>
        </p:sp>
      </p:grpSp>
      <p:sp>
        <p:nvSpPr>
          <p:cNvPr id="13" name="Google Shape;100;p18">
            <a:extLst>
              <a:ext uri="{FF2B5EF4-FFF2-40B4-BE49-F238E27FC236}">
                <a16:creationId xmlns:a16="http://schemas.microsoft.com/office/drawing/2014/main" id="{90F7ABEA-0396-424C-43EE-45B64D21793C}"/>
              </a:ext>
            </a:extLst>
          </p:cNvPr>
          <p:cNvSpPr txBox="1"/>
          <p:nvPr/>
        </p:nvSpPr>
        <p:spPr>
          <a:xfrm>
            <a:off x="531376" y="935524"/>
            <a:ext cx="4121647"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Implementasi Sistem Pengawasan Project</a:t>
            </a:r>
            <a:endParaRPr sz="1500" b="1">
              <a:solidFill>
                <a:schemeClr val="tx1"/>
              </a:solidFill>
              <a:latin typeface="Inter"/>
              <a:ea typeface="Inter"/>
              <a:cs typeface="Inter"/>
              <a:sym typeface="Inter"/>
            </a:endParaRPr>
          </a:p>
        </p:txBody>
      </p:sp>
      <p:sp>
        <p:nvSpPr>
          <p:cNvPr id="24" name="Freeform 2">
            <a:extLst>
              <a:ext uri="{FF2B5EF4-FFF2-40B4-BE49-F238E27FC236}">
                <a16:creationId xmlns:a16="http://schemas.microsoft.com/office/drawing/2014/main" id="{A571837B-CF0E-7502-E356-693E38A32C9D}"/>
              </a:ext>
            </a:extLst>
          </p:cNvPr>
          <p:cNvSpPr/>
          <p:nvPr/>
        </p:nvSpPr>
        <p:spPr>
          <a:xfrm>
            <a:off x="286752" y="1022987"/>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27" name="Google Shape;100;p18">
            <a:extLst>
              <a:ext uri="{FF2B5EF4-FFF2-40B4-BE49-F238E27FC236}">
                <a16:creationId xmlns:a16="http://schemas.microsoft.com/office/drawing/2014/main" id="{71506ADA-503D-8B63-6D9F-C11A3D205EE2}"/>
              </a:ext>
            </a:extLst>
          </p:cNvPr>
          <p:cNvSpPr txBox="1"/>
          <p:nvPr/>
        </p:nvSpPr>
        <p:spPr>
          <a:xfrm>
            <a:off x="531376" y="1866764"/>
            <a:ext cx="4040624"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Mengembangkan Rencana atas Project</a:t>
            </a:r>
            <a:endParaRPr sz="1500" b="1">
              <a:solidFill>
                <a:schemeClr val="tx1"/>
              </a:solidFill>
              <a:latin typeface="Inter"/>
              <a:ea typeface="Inter"/>
              <a:cs typeface="Inter"/>
              <a:sym typeface="Inter"/>
            </a:endParaRPr>
          </a:p>
        </p:txBody>
      </p:sp>
      <p:sp>
        <p:nvSpPr>
          <p:cNvPr id="28" name="Freeform 2">
            <a:extLst>
              <a:ext uri="{FF2B5EF4-FFF2-40B4-BE49-F238E27FC236}">
                <a16:creationId xmlns:a16="http://schemas.microsoft.com/office/drawing/2014/main" id="{A937C867-A89B-2D56-3792-E38AB779049C}"/>
              </a:ext>
            </a:extLst>
          </p:cNvPr>
          <p:cNvSpPr/>
          <p:nvPr/>
        </p:nvSpPr>
        <p:spPr>
          <a:xfrm>
            <a:off x="286752" y="1954227"/>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35" name="Google Shape;101;p18">
            <a:extLst>
              <a:ext uri="{FF2B5EF4-FFF2-40B4-BE49-F238E27FC236}">
                <a16:creationId xmlns:a16="http://schemas.microsoft.com/office/drawing/2014/main" id="{3DA5BF87-7174-AB7E-AD33-69A4EA9C800E}"/>
              </a:ext>
            </a:extLst>
          </p:cNvPr>
          <p:cNvSpPr txBox="1"/>
          <p:nvPr/>
        </p:nvSpPr>
        <p:spPr>
          <a:xfrm>
            <a:off x="531375" y="1152242"/>
            <a:ext cx="4839277" cy="646300"/>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a:t>
            </a:r>
            <a:endParaRPr sz="1000">
              <a:latin typeface="Inter" panose="020B0604020202020204" charset="0"/>
              <a:ea typeface="Inter" panose="020B0604020202020204" charset="0"/>
              <a:cs typeface="Inter"/>
              <a:sym typeface="Inter"/>
            </a:endParaRPr>
          </a:p>
        </p:txBody>
      </p:sp>
      <p:sp>
        <p:nvSpPr>
          <p:cNvPr id="2" name="Google Shape;101;p18">
            <a:extLst>
              <a:ext uri="{FF2B5EF4-FFF2-40B4-BE49-F238E27FC236}">
                <a16:creationId xmlns:a16="http://schemas.microsoft.com/office/drawing/2014/main" id="{D1ACEF88-115A-C0DC-2E5F-00D2F369D8F5}"/>
              </a:ext>
            </a:extLst>
          </p:cNvPr>
          <p:cNvSpPr txBox="1"/>
          <p:nvPr/>
        </p:nvSpPr>
        <p:spPr>
          <a:xfrm>
            <a:off x="542053" y="2105954"/>
            <a:ext cx="4828600" cy="646300"/>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a:t>
            </a:r>
            <a:endParaRPr sz="1000">
              <a:latin typeface="Inter" panose="020B0604020202020204" charset="0"/>
              <a:ea typeface="Inter" panose="020B0604020202020204" charset="0"/>
              <a:cs typeface="Inter"/>
              <a:sym typeface="Inter"/>
            </a:endParaRPr>
          </a:p>
        </p:txBody>
      </p:sp>
      <p:sp>
        <p:nvSpPr>
          <p:cNvPr id="3" name="Google Shape;100;p18">
            <a:extLst>
              <a:ext uri="{FF2B5EF4-FFF2-40B4-BE49-F238E27FC236}">
                <a16:creationId xmlns:a16="http://schemas.microsoft.com/office/drawing/2014/main" id="{FAB8B573-CA47-A252-D5EC-72B8E0126DD9}"/>
              </a:ext>
            </a:extLst>
          </p:cNvPr>
          <p:cNvSpPr txBox="1"/>
          <p:nvPr/>
        </p:nvSpPr>
        <p:spPr>
          <a:xfrm>
            <a:off x="531376" y="2862867"/>
            <a:ext cx="3038929"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Review atas Implementasi</a:t>
            </a:r>
            <a:endParaRPr sz="1500" b="1">
              <a:solidFill>
                <a:schemeClr val="tx1"/>
              </a:solidFill>
              <a:latin typeface="Inter"/>
              <a:ea typeface="Inter"/>
              <a:cs typeface="Inter"/>
              <a:sym typeface="Inter"/>
            </a:endParaRPr>
          </a:p>
        </p:txBody>
      </p:sp>
      <p:sp>
        <p:nvSpPr>
          <p:cNvPr id="4" name="Freeform 2">
            <a:extLst>
              <a:ext uri="{FF2B5EF4-FFF2-40B4-BE49-F238E27FC236}">
                <a16:creationId xmlns:a16="http://schemas.microsoft.com/office/drawing/2014/main" id="{E6A748D7-3395-6F33-EDEE-A6A0A2B75DB0}"/>
              </a:ext>
            </a:extLst>
          </p:cNvPr>
          <p:cNvSpPr/>
          <p:nvPr/>
        </p:nvSpPr>
        <p:spPr>
          <a:xfrm>
            <a:off x="286752" y="2950330"/>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5" name="Google Shape;101;p18">
            <a:extLst>
              <a:ext uri="{FF2B5EF4-FFF2-40B4-BE49-F238E27FC236}">
                <a16:creationId xmlns:a16="http://schemas.microsoft.com/office/drawing/2014/main" id="{BB76DA7C-4CB0-D52B-7CA1-C5001C298FF9}"/>
              </a:ext>
            </a:extLst>
          </p:cNvPr>
          <p:cNvSpPr txBox="1"/>
          <p:nvPr/>
        </p:nvSpPr>
        <p:spPr>
          <a:xfrm>
            <a:off x="542053" y="3102057"/>
            <a:ext cx="4828600" cy="646300"/>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a:t>
            </a:r>
            <a:endParaRPr sz="1000">
              <a:latin typeface="Inter" panose="020B0604020202020204" charset="0"/>
              <a:ea typeface="Inter" panose="020B0604020202020204" charset="0"/>
              <a:cs typeface="Inter"/>
              <a:sym typeface="Inter"/>
            </a:endParaRPr>
          </a:p>
        </p:txBody>
      </p:sp>
      <p:sp>
        <p:nvSpPr>
          <p:cNvPr id="8" name="Google Shape;100;p18">
            <a:extLst>
              <a:ext uri="{FF2B5EF4-FFF2-40B4-BE49-F238E27FC236}">
                <a16:creationId xmlns:a16="http://schemas.microsoft.com/office/drawing/2014/main" id="{FC9CD9AB-4EB0-2858-C147-4A41191AF2E7}"/>
              </a:ext>
            </a:extLst>
          </p:cNvPr>
          <p:cNvSpPr txBox="1"/>
          <p:nvPr/>
        </p:nvSpPr>
        <p:spPr>
          <a:xfrm>
            <a:off x="531376" y="3843563"/>
            <a:ext cx="4202670"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tx1"/>
                </a:solidFill>
                <a:latin typeface="Inter"/>
                <a:ea typeface="Inter"/>
                <a:cs typeface="Inter"/>
                <a:sym typeface="Inter"/>
              </a:rPr>
              <a:t>Identifikasi Peluang Perbaikan Selanjutnya</a:t>
            </a:r>
            <a:endParaRPr sz="1500" b="1">
              <a:solidFill>
                <a:schemeClr val="tx1"/>
              </a:solidFill>
              <a:latin typeface="Inter"/>
              <a:ea typeface="Inter"/>
              <a:cs typeface="Inter"/>
              <a:sym typeface="Inter"/>
            </a:endParaRPr>
          </a:p>
        </p:txBody>
      </p:sp>
      <p:sp>
        <p:nvSpPr>
          <p:cNvPr id="9" name="Freeform 2">
            <a:extLst>
              <a:ext uri="{FF2B5EF4-FFF2-40B4-BE49-F238E27FC236}">
                <a16:creationId xmlns:a16="http://schemas.microsoft.com/office/drawing/2014/main" id="{F65CB8BD-76BE-6F61-01A3-0B30323B5E1C}"/>
              </a:ext>
            </a:extLst>
          </p:cNvPr>
          <p:cNvSpPr/>
          <p:nvPr/>
        </p:nvSpPr>
        <p:spPr>
          <a:xfrm>
            <a:off x="286752" y="3931026"/>
            <a:ext cx="276074" cy="226121"/>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n>
                <a:solidFill>
                  <a:schemeClr val="bg1"/>
                </a:solidFill>
              </a:ln>
              <a:solidFill>
                <a:schemeClr val="bg1"/>
              </a:solidFill>
            </a:endParaRPr>
          </a:p>
        </p:txBody>
      </p:sp>
      <p:sp>
        <p:nvSpPr>
          <p:cNvPr id="12" name="Google Shape;101;p18">
            <a:extLst>
              <a:ext uri="{FF2B5EF4-FFF2-40B4-BE49-F238E27FC236}">
                <a16:creationId xmlns:a16="http://schemas.microsoft.com/office/drawing/2014/main" id="{1875478D-CB09-6A30-4B5C-1BEEBFCEACFD}"/>
              </a:ext>
            </a:extLst>
          </p:cNvPr>
          <p:cNvSpPr txBox="1"/>
          <p:nvPr/>
        </p:nvSpPr>
        <p:spPr>
          <a:xfrm>
            <a:off x="542053" y="4082753"/>
            <a:ext cx="4828600" cy="646300"/>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a:t>
            </a:r>
            <a:endParaRPr sz="1000">
              <a:latin typeface="Inter" panose="020B0604020202020204" charset="0"/>
              <a:ea typeface="Inter" panose="020B0604020202020204" charset="0"/>
              <a:cs typeface="Inter"/>
              <a:sym typeface="Inter"/>
            </a:endParaRPr>
          </a:p>
        </p:txBody>
      </p:sp>
      <p:grpSp>
        <p:nvGrpSpPr>
          <p:cNvPr id="14" name="Group 13">
            <a:extLst>
              <a:ext uri="{FF2B5EF4-FFF2-40B4-BE49-F238E27FC236}">
                <a16:creationId xmlns:a16="http://schemas.microsoft.com/office/drawing/2014/main" id="{B0B2C8F6-749F-3C71-6190-3B4F7A61C0B3}"/>
              </a:ext>
            </a:extLst>
          </p:cNvPr>
          <p:cNvGrpSpPr/>
          <p:nvPr/>
        </p:nvGrpSpPr>
        <p:grpSpPr>
          <a:xfrm>
            <a:off x="5926703" y="1025656"/>
            <a:ext cx="2930545" cy="1682216"/>
            <a:chOff x="0" y="0"/>
            <a:chExt cx="1004178" cy="580478"/>
          </a:xfrm>
        </p:grpSpPr>
        <p:sp>
          <p:nvSpPr>
            <p:cNvPr id="15" name="Freeform 3">
              <a:extLst>
                <a:ext uri="{FF2B5EF4-FFF2-40B4-BE49-F238E27FC236}">
                  <a16:creationId xmlns:a16="http://schemas.microsoft.com/office/drawing/2014/main" id="{DFBE4627-D94D-9F05-BE49-904901801A55}"/>
                </a:ext>
              </a:extLst>
            </p:cNvPr>
            <p:cNvSpPr/>
            <p:nvPr/>
          </p:nvSpPr>
          <p:spPr>
            <a:xfrm>
              <a:off x="0" y="0"/>
              <a:ext cx="1004178" cy="580478"/>
            </a:xfrm>
            <a:custGeom>
              <a:avLst/>
              <a:gdLst/>
              <a:ahLst/>
              <a:cxnLst/>
              <a:rect l="l" t="t" r="r" b="b"/>
              <a:pathLst>
                <a:path w="1004178" h="580478">
                  <a:moveTo>
                    <a:pt x="0" y="0"/>
                  </a:moveTo>
                  <a:lnTo>
                    <a:pt x="1004178" y="0"/>
                  </a:lnTo>
                  <a:lnTo>
                    <a:pt x="1004178" y="580478"/>
                  </a:lnTo>
                  <a:lnTo>
                    <a:pt x="0" y="580478"/>
                  </a:lnTo>
                  <a:close/>
                </a:path>
              </a:pathLst>
            </a:custGeom>
            <a:blipFill>
              <a:blip r:embed="rId6"/>
              <a:stretch>
                <a:fillRect t="-131113" b="-28050"/>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sp>
        <p:nvSpPr>
          <p:cNvPr id="16" name="Google Shape;101;p18">
            <a:extLst>
              <a:ext uri="{FF2B5EF4-FFF2-40B4-BE49-F238E27FC236}">
                <a16:creationId xmlns:a16="http://schemas.microsoft.com/office/drawing/2014/main" id="{ACA75B0C-0738-ED44-B7A6-0355C83E871C}"/>
              </a:ext>
            </a:extLst>
          </p:cNvPr>
          <p:cNvSpPr txBox="1"/>
          <p:nvPr/>
        </p:nvSpPr>
        <p:spPr>
          <a:xfrm>
            <a:off x="5872510" y="2735598"/>
            <a:ext cx="3038930" cy="1107965"/>
          </a:xfrm>
          <a:prstGeom prst="rect">
            <a:avLst/>
          </a:prstGeom>
          <a:noFill/>
          <a:ln>
            <a:noFill/>
          </a:ln>
        </p:spPr>
        <p:txBody>
          <a:bodyPr spcFirstLastPara="1" wrap="square" lIns="91425" tIns="91425" rIns="91425" bIns="91425" anchor="t" anchorCtr="0">
            <a:spAutoFit/>
          </a:bodyPr>
          <a:lstStyle/>
          <a:p>
            <a:pPr lvl="0" algn="just"/>
            <a:r>
              <a:rPr lang="en-US" sz="1000">
                <a:latin typeface="Inter" panose="020B0604020202020204" charset="0"/>
                <a:ea typeface="Inter" panose="020B0604020202020204" charset="0"/>
              </a:rPr>
              <a:t>Lorem ipsum dolor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consectetur</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adipiscing</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elit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Pellentesque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laoreet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posuere</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erat</a:t>
            </a:r>
            <a:r>
              <a:rPr lang="en-US" sz="1000">
                <a:latin typeface="Inter" panose="020B0604020202020204" charset="0"/>
                <a:ea typeface="Inter" panose="020B0604020202020204" charset="0"/>
              </a:rPr>
              <a:t>, sit </a:t>
            </a:r>
            <a:r>
              <a:rPr lang="en-US" sz="1000" err="1">
                <a:latin typeface="Inter" panose="020B0604020202020204" charset="0"/>
                <a:ea typeface="Inter" panose="020B0604020202020204" charset="0"/>
              </a:rPr>
              <a:t>amet</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interdum</a:t>
            </a:r>
            <a:r>
              <a:rPr lang="en-US" sz="1000">
                <a:latin typeface="Inter" panose="020B0604020202020204" charset="0"/>
                <a:ea typeface="Inter" panose="020B0604020202020204" charset="0"/>
              </a:rPr>
              <a:t> ex </a:t>
            </a:r>
            <a:r>
              <a:rPr lang="en-US" sz="1000" err="1">
                <a:latin typeface="Inter" panose="020B0604020202020204" charset="0"/>
                <a:ea typeface="Inter" panose="020B0604020202020204" charset="0"/>
              </a:rPr>
              <a:t>mollis</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eget</a:t>
            </a:r>
            <a:r>
              <a:rPr lang="en-US" sz="1000">
                <a:latin typeface="Inter" panose="020B0604020202020204" charset="0"/>
                <a:ea typeface="Inter" panose="020B0604020202020204" charset="0"/>
              </a:rPr>
              <a:t>. Vestibulum ac ex </a:t>
            </a:r>
            <a:r>
              <a:rPr lang="en-US" sz="1000" err="1">
                <a:latin typeface="Inter" panose="020B0604020202020204" charset="0"/>
                <a:ea typeface="Inter" panose="020B0604020202020204" charset="0"/>
              </a:rPr>
              <a:t>eu</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lacus</a:t>
            </a:r>
            <a:r>
              <a:rPr lang="en-US" sz="1000">
                <a:latin typeface="Inter" panose="020B0604020202020204" charset="0"/>
                <a:ea typeface="Inter" panose="020B0604020202020204" charset="0"/>
              </a:rPr>
              <a:t> semper </a:t>
            </a:r>
            <a:r>
              <a:rPr lang="en-US" sz="1000" err="1">
                <a:latin typeface="Inter" panose="020B0604020202020204" charset="0"/>
                <a:ea typeface="Inter" panose="020B0604020202020204" charset="0"/>
              </a:rPr>
              <a:t>hendrerit</a:t>
            </a:r>
            <a:r>
              <a:rPr lang="en-US" sz="1000">
                <a:latin typeface="Inter" panose="020B0604020202020204" charset="0"/>
                <a:ea typeface="Inter" panose="020B0604020202020204" charset="0"/>
              </a:rPr>
              <a:t>. Aenean </a:t>
            </a:r>
            <a:r>
              <a:rPr lang="en-US" sz="1000" err="1">
                <a:latin typeface="Inter" panose="020B0604020202020204" charset="0"/>
                <a:ea typeface="Inter" panose="020B0604020202020204" charset="0"/>
              </a:rPr>
              <a:t>elementum</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malesuada</a:t>
            </a:r>
            <a:r>
              <a:rPr lang="en-US" sz="1000">
                <a:latin typeface="Inter" panose="020B0604020202020204" charset="0"/>
                <a:ea typeface="Inter" panose="020B0604020202020204" charset="0"/>
              </a:rPr>
              <a:t> </a:t>
            </a:r>
            <a:r>
              <a:rPr lang="en-US" sz="1000" err="1">
                <a:latin typeface="Inter" panose="020B0604020202020204" charset="0"/>
                <a:ea typeface="Inter" panose="020B0604020202020204" charset="0"/>
              </a:rPr>
              <a:t>enim</a:t>
            </a:r>
            <a:r>
              <a:rPr lang="en-US" sz="1000">
                <a:latin typeface="Inter" panose="020B0604020202020204" charset="0"/>
                <a:ea typeface="Inter" panose="020B0604020202020204" charset="0"/>
              </a:rPr>
              <a:t> sed fermentum</a:t>
            </a:r>
            <a:endParaRPr sz="1000">
              <a:latin typeface="Inter" panose="020B0604020202020204" charset="0"/>
              <a:ea typeface="Inter" panose="020B0604020202020204" charset="0"/>
              <a:cs typeface="Inter"/>
              <a:sym typeface="Inter"/>
            </a:endParaRPr>
          </a:p>
        </p:txBody>
      </p:sp>
      <p:sp>
        <p:nvSpPr>
          <p:cNvPr id="17" name="Google Shape;105;p18">
            <a:extLst>
              <a:ext uri="{FF2B5EF4-FFF2-40B4-BE49-F238E27FC236}">
                <a16:creationId xmlns:a16="http://schemas.microsoft.com/office/drawing/2014/main" id="{E5E4EF06-6059-9E2C-D100-D3225E904CBA}"/>
              </a:ext>
            </a:extLst>
          </p:cNvPr>
          <p:cNvSpPr txBox="1"/>
          <p:nvPr/>
        </p:nvSpPr>
        <p:spPr>
          <a:xfrm>
            <a:off x="244625" y="4666594"/>
            <a:ext cx="4528800" cy="2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1"/>
                </a:solidFill>
                <a:latin typeface="Inter"/>
                <a:ea typeface="Inter"/>
                <a:cs typeface="Inter"/>
                <a:sym typeface="Inter"/>
              </a:rPr>
              <a:t>Triatra Sinergia Pratama</a:t>
            </a:r>
            <a:endParaRPr sz="600">
              <a:solidFill>
                <a:schemeClr val="dk1"/>
              </a:solidFill>
              <a:latin typeface="Inter"/>
              <a:ea typeface="Inter"/>
              <a:cs typeface="Inter"/>
              <a:sym typeface="Inter"/>
            </a:endParaRPr>
          </a:p>
          <a:p>
            <a:pPr marL="0" lvl="0" indent="0" algn="l" rtl="0">
              <a:spcBef>
                <a:spcPts val="0"/>
              </a:spcBef>
              <a:spcAft>
                <a:spcPts val="0"/>
              </a:spcAft>
              <a:buNone/>
            </a:pPr>
            <a:endParaRPr sz="800">
              <a:solidFill>
                <a:schemeClr val="dk1"/>
              </a:solidFill>
              <a:latin typeface="Inter"/>
              <a:ea typeface="Inter"/>
              <a:cs typeface="Inter"/>
              <a:sym typeface="Inter"/>
            </a:endParaRPr>
          </a:p>
        </p:txBody>
      </p:sp>
    </p:spTree>
    <p:extLst>
      <p:ext uri="{BB962C8B-B14F-4D97-AF65-F5344CB8AC3E}">
        <p14:creationId xmlns:p14="http://schemas.microsoft.com/office/powerpoint/2010/main" val="353753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7">
          <a:extLst>
            <a:ext uri="{FF2B5EF4-FFF2-40B4-BE49-F238E27FC236}">
              <a16:creationId xmlns:a16="http://schemas.microsoft.com/office/drawing/2014/main" id="{DBDC8481-B991-ED9E-9951-FAB74FAEA2E6}"/>
            </a:ext>
          </a:extLst>
        </p:cNvPr>
        <p:cNvGrpSpPr/>
        <p:nvPr/>
      </p:nvGrpSpPr>
      <p:grpSpPr>
        <a:xfrm>
          <a:off x="0" y="0"/>
          <a:ext cx="0" cy="0"/>
          <a:chOff x="0" y="0"/>
          <a:chExt cx="0" cy="0"/>
        </a:xfrm>
      </p:grpSpPr>
      <p:pic>
        <p:nvPicPr>
          <p:cNvPr id="88" name="Google Shape;88;p17" title="SLIDE PRESENTATION4.jpg">
            <a:extLst>
              <a:ext uri="{FF2B5EF4-FFF2-40B4-BE49-F238E27FC236}">
                <a16:creationId xmlns:a16="http://schemas.microsoft.com/office/drawing/2014/main" id="{CAA21D35-5E59-8DE2-9142-FF7CCD1DB43E}"/>
              </a:ext>
            </a:extLst>
          </p:cNvPr>
          <p:cNvPicPr preferRelativeResize="0"/>
          <p:nvPr/>
        </p:nvPicPr>
        <p:blipFill rotWithShape="1">
          <a:blip r:embed="rId3">
            <a:alphaModFix/>
          </a:blip>
          <a:srcRect/>
          <a:stretch/>
        </p:blipFill>
        <p:spPr>
          <a:xfrm>
            <a:off x="0" y="0"/>
            <a:ext cx="9144003" cy="5143490"/>
          </a:xfrm>
          <a:prstGeom prst="rect">
            <a:avLst/>
          </a:prstGeom>
          <a:noFill/>
          <a:ln>
            <a:noFill/>
          </a:ln>
        </p:spPr>
      </p:pic>
      <p:pic>
        <p:nvPicPr>
          <p:cNvPr id="93" name="Google Shape;93;p17" title="LOGO PRIMER - Putih Orange  Putih.png">
            <a:extLst>
              <a:ext uri="{FF2B5EF4-FFF2-40B4-BE49-F238E27FC236}">
                <a16:creationId xmlns:a16="http://schemas.microsoft.com/office/drawing/2014/main" id="{1046BC7F-3F8D-4149-D7B3-9145B238A2EA}"/>
              </a:ext>
            </a:extLst>
          </p:cNvPr>
          <p:cNvPicPr preferRelativeResize="0"/>
          <p:nvPr/>
        </p:nvPicPr>
        <p:blipFill rotWithShape="1">
          <a:blip r:embed="rId4">
            <a:alphaModFix/>
          </a:blip>
          <a:srcRect/>
          <a:stretch/>
        </p:blipFill>
        <p:spPr>
          <a:xfrm>
            <a:off x="244625" y="254625"/>
            <a:ext cx="1324677" cy="503824"/>
          </a:xfrm>
          <a:prstGeom prst="rect">
            <a:avLst/>
          </a:prstGeom>
          <a:noFill/>
          <a:ln>
            <a:noFill/>
          </a:ln>
        </p:spPr>
      </p:pic>
      <p:sp>
        <p:nvSpPr>
          <p:cNvPr id="13" name="Google Shape;75;p15">
            <a:extLst>
              <a:ext uri="{FF2B5EF4-FFF2-40B4-BE49-F238E27FC236}">
                <a16:creationId xmlns:a16="http://schemas.microsoft.com/office/drawing/2014/main" id="{E8A2D663-E020-8CA7-8F80-180DFAE9FBC2}"/>
              </a:ext>
            </a:extLst>
          </p:cNvPr>
          <p:cNvSpPr txBox="1"/>
          <p:nvPr/>
        </p:nvSpPr>
        <p:spPr>
          <a:xfrm>
            <a:off x="2453833" y="128532"/>
            <a:ext cx="6934795" cy="625238"/>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4000" b="1">
                <a:solidFill>
                  <a:schemeClr val="bg1"/>
                </a:solidFill>
                <a:latin typeface="Arial Black" panose="020B0A04020102020204" pitchFamily="34" charset="0"/>
                <a:ea typeface="Inter"/>
                <a:cs typeface="Inter"/>
                <a:sym typeface="Inter"/>
              </a:rPr>
              <a:t>ADDITIONAL PROJECT</a:t>
            </a:r>
            <a:endParaRPr sz="4000" b="1">
              <a:solidFill>
                <a:schemeClr val="bg1"/>
              </a:solidFill>
              <a:latin typeface="Arial Black" panose="020B0A04020102020204" pitchFamily="34" charset="0"/>
              <a:ea typeface="Inter"/>
              <a:cs typeface="Inter"/>
              <a:sym typeface="Inter"/>
            </a:endParaRPr>
          </a:p>
        </p:txBody>
      </p:sp>
      <p:sp>
        <p:nvSpPr>
          <p:cNvPr id="5" name="Google Shape;100;p18">
            <a:extLst>
              <a:ext uri="{FF2B5EF4-FFF2-40B4-BE49-F238E27FC236}">
                <a16:creationId xmlns:a16="http://schemas.microsoft.com/office/drawing/2014/main" id="{7BD75355-B27A-EFEA-09C9-A4B59F586C3D}"/>
              </a:ext>
            </a:extLst>
          </p:cNvPr>
          <p:cNvSpPr txBox="1"/>
          <p:nvPr/>
        </p:nvSpPr>
        <p:spPr>
          <a:xfrm>
            <a:off x="4842952" y="1115506"/>
            <a:ext cx="2601385"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Ekstrakulikuler</a:t>
            </a:r>
            <a:endParaRPr sz="1500" b="1">
              <a:solidFill>
                <a:schemeClr val="bg1"/>
              </a:solidFill>
              <a:latin typeface="Inter"/>
              <a:ea typeface="Inter"/>
              <a:cs typeface="Inter"/>
              <a:sym typeface="Inter"/>
            </a:endParaRPr>
          </a:p>
        </p:txBody>
      </p:sp>
      <p:sp>
        <p:nvSpPr>
          <p:cNvPr id="6" name="Freeform 2">
            <a:extLst>
              <a:ext uri="{FF2B5EF4-FFF2-40B4-BE49-F238E27FC236}">
                <a16:creationId xmlns:a16="http://schemas.microsoft.com/office/drawing/2014/main" id="{9475D312-26C7-E318-7651-85F52B90F4D1}"/>
              </a:ext>
            </a:extLst>
          </p:cNvPr>
          <p:cNvSpPr/>
          <p:nvPr/>
        </p:nvSpPr>
        <p:spPr>
          <a:xfrm>
            <a:off x="4566878" y="1171711"/>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31" name="Google Shape;58;p13">
            <a:extLst>
              <a:ext uri="{FF2B5EF4-FFF2-40B4-BE49-F238E27FC236}">
                <a16:creationId xmlns:a16="http://schemas.microsoft.com/office/drawing/2014/main" id="{8CA7EF61-A3F3-76D8-B996-6C4DC6CC3845}"/>
              </a:ext>
            </a:extLst>
          </p:cNvPr>
          <p:cNvSpPr txBox="1"/>
          <p:nvPr/>
        </p:nvSpPr>
        <p:spPr>
          <a:xfrm>
            <a:off x="8498609" y="4651794"/>
            <a:ext cx="499087" cy="27941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000">
                <a:solidFill>
                  <a:schemeClr val="bg1"/>
                </a:solidFill>
                <a:latin typeface="Inter"/>
                <a:ea typeface="Inter"/>
                <a:cs typeface="Inter"/>
                <a:sym typeface="Inter"/>
              </a:rPr>
              <a:t>(15)</a:t>
            </a:r>
            <a:endParaRPr sz="1000">
              <a:solidFill>
                <a:schemeClr val="bg1"/>
              </a:solidFill>
              <a:latin typeface="Inter"/>
              <a:ea typeface="Inter"/>
              <a:cs typeface="Inter"/>
              <a:sym typeface="Inter"/>
            </a:endParaRPr>
          </a:p>
        </p:txBody>
      </p:sp>
      <p:grpSp>
        <p:nvGrpSpPr>
          <p:cNvPr id="16" name="Group 15">
            <a:extLst>
              <a:ext uri="{FF2B5EF4-FFF2-40B4-BE49-F238E27FC236}">
                <a16:creationId xmlns:a16="http://schemas.microsoft.com/office/drawing/2014/main" id="{F019EAE8-AD18-2611-D90F-C2619B53A716}"/>
              </a:ext>
            </a:extLst>
          </p:cNvPr>
          <p:cNvGrpSpPr/>
          <p:nvPr/>
        </p:nvGrpSpPr>
        <p:grpSpPr>
          <a:xfrm>
            <a:off x="405113" y="1115506"/>
            <a:ext cx="1811531" cy="1817226"/>
            <a:chOff x="0" y="0"/>
            <a:chExt cx="812800" cy="812800"/>
          </a:xfrm>
        </p:grpSpPr>
        <p:sp>
          <p:nvSpPr>
            <p:cNvPr id="17" name="Freeform 13">
              <a:extLst>
                <a:ext uri="{FF2B5EF4-FFF2-40B4-BE49-F238E27FC236}">
                  <a16:creationId xmlns:a16="http://schemas.microsoft.com/office/drawing/2014/main" id="{88F9D726-272A-8F6E-0CA7-1C2CEDD26E7D}"/>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l="-10722" r="-39371"/>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18" name="Group 17">
            <a:extLst>
              <a:ext uri="{FF2B5EF4-FFF2-40B4-BE49-F238E27FC236}">
                <a16:creationId xmlns:a16="http://schemas.microsoft.com/office/drawing/2014/main" id="{CC40B5FC-23A0-7AF6-A248-E17ECA9D6EDA}"/>
              </a:ext>
            </a:extLst>
          </p:cNvPr>
          <p:cNvGrpSpPr/>
          <p:nvPr/>
        </p:nvGrpSpPr>
        <p:grpSpPr>
          <a:xfrm>
            <a:off x="2350233" y="3086438"/>
            <a:ext cx="1811531" cy="1817226"/>
            <a:chOff x="0" y="0"/>
            <a:chExt cx="812800" cy="812800"/>
          </a:xfrm>
        </p:grpSpPr>
        <p:sp>
          <p:nvSpPr>
            <p:cNvPr id="19" name="Freeform 17">
              <a:extLst>
                <a:ext uri="{FF2B5EF4-FFF2-40B4-BE49-F238E27FC236}">
                  <a16:creationId xmlns:a16="http://schemas.microsoft.com/office/drawing/2014/main" id="{C690BCFA-3F05-3212-A7C1-A5EF1F2C2A18}"/>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7"/>
              <a:stretch>
                <a:fillRect l="-25046" r="-25046"/>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grpSp>
        <p:nvGrpSpPr>
          <p:cNvPr id="20" name="Group 19">
            <a:extLst>
              <a:ext uri="{FF2B5EF4-FFF2-40B4-BE49-F238E27FC236}">
                <a16:creationId xmlns:a16="http://schemas.microsoft.com/office/drawing/2014/main" id="{8F2DFF99-0C5A-631D-545C-AD2F7AA0C357}"/>
              </a:ext>
            </a:extLst>
          </p:cNvPr>
          <p:cNvGrpSpPr/>
          <p:nvPr/>
        </p:nvGrpSpPr>
        <p:grpSpPr>
          <a:xfrm>
            <a:off x="2350234" y="1062319"/>
            <a:ext cx="1811531" cy="1870413"/>
            <a:chOff x="0" y="0"/>
            <a:chExt cx="812800" cy="812800"/>
          </a:xfrm>
        </p:grpSpPr>
        <p:sp>
          <p:nvSpPr>
            <p:cNvPr id="21" name="Freeform 15">
              <a:extLst>
                <a:ext uri="{FF2B5EF4-FFF2-40B4-BE49-F238E27FC236}">
                  <a16:creationId xmlns:a16="http://schemas.microsoft.com/office/drawing/2014/main" id="{492AD305-39EB-CB2A-6CB6-691B8B0F9A3F}"/>
                </a:ext>
              </a:extLst>
            </p:cNvPr>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8"/>
              <a:stretch>
                <a:fillRect l="-25046" r="-25046"/>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grpSp>
      <p:sp>
        <p:nvSpPr>
          <p:cNvPr id="22" name="Google Shape;100;p18">
            <a:extLst>
              <a:ext uri="{FF2B5EF4-FFF2-40B4-BE49-F238E27FC236}">
                <a16:creationId xmlns:a16="http://schemas.microsoft.com/office/drawing/2014/main" id="{6C8FCC92-4688-0B66-7ECD-5848EC88240D}"/>
              </a:ext>
            </a:extLst>
          </p:cNvPr>
          <p:cNvSpPr txBox="1"/>
          <p:nvPr/>
        </p:nvSpPr>
        <p:spPr>
          <a:xfrm>
            <a:off x="4842952" y="2250871"/>
            <a:ext cx="2601385"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Event</a:t>
            </a:r>
            <a:endParaRPr sz="1500" b="1">
              <a:solidFill>
                <a:schemeClr val="bg1"/>
              </a:solidFill>
              <a:latin typeface="Inter"/>
              <a:ea typeface="Inter"/>
              <a:cs typeface="Inter"/>
              <a:sym typeface="Inter"/>
            </a:endParaRPr>
          </a:p>
        </p:txBody>
      </p:sp>
      <p:sp>
        <p:nvSpPr>
          <p:cNvPr id="23" name="Freeform 2">
            <a:extLst>
              <a:ext uri="{FF2B5EF4-FFF2-40B4-BE49-F238E27FC236}">
                <a16:creationId xmlns:a16="http://schemas.microsoft.com/office/drawing/2014/main" id="{29DB37DB-09A6-EC94-02BF-3B62725E69CE}"/>
              </a:ext>
            </a:extLst>
          </p:cNvPr>
          <p:cNvSpPr/>
          <p:nvPr/>
        </p:nvSpPr>
        <p:spPr>
          <a:xfrm>
            <a:off x="4566878" y="2307076"/>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26" name="Google Shape;100;p18">
            <a:extLst>
              <a:ext uri="{FF2B5EF4-FFF2-40B4-BE49-F238E27FC236}">
                <a16:creationId xmlns:a16="http://schemas.microsoft.com/office/drawing/2014/main" id="{1C0C6799-C534-6FC6-1B45-B858FD14F8F9}"/>
              </a:ext>
            </a:extLst>
          </p:cNvPr>
          <p:cNvSpPr txBox="1"/>
          <p:nvPr/>
        </p:nvSpPr>
        <p:spPr>
          <a:xfrm>
            <a:off x="4842952" y="3386236"/>
            <a:ext cx="2601385" cy="40104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bg1"/>
                </a:solidFill>
                <a:latin typeface="Inter"/>
                <a:ea typeface="Inter"/>
                <a:cs typeface="Inter"/>
                <a:sym typeface="Inter"/>
              </a:rPr>
              <a:t>Project di luar KPI</a:t>
            </a:r>
            <a:endParaRPr sz="1500" b="1">
              <a:solidFill>
                <a:schemeClr val="bg1"/>
              </a:solidFill>
              <a:latin typeface="Inter"/>
              <a:ea typeface="Inter"/>
              <a:cs typeface="Inter"/>
              <a:sym typeface="Inter"/>
            </a:endParaRPr>
          </a:p>
        </p:txBody>
      </p:sp>
      <p:sp>
        <p:nvSpPr>
          <p:cNvPr id="27" name="Freeform 2">
            <a:extLst>
              <a:ext uri="{FF2B5EF4-FFF2-40B4-BE49-F238E27FC236}">
                <a16:creationId xmlns:a16="http://schemas.microsoft.com/office/drawing/2014/main" id="{84529112-B522-F15A-2928-932AB0612C02}"/>
              </a:ext>
            </a:extLst>
          </p:cNvPr>
          <p:cNvSpPr/>
          <p:nvPr/>
        </p:nvSpPr>
        <p:spPr>
          <a:xfrm>
            <a:off x="4566878" y="3442441"/>
            <a:ext cx="276075" cy="316715"/>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solidFill>
                <a:srgbClr val="E55200"/>
              </a:solidFill>
            </a:endParaRPr>
          </a:p>
        </p:txBody>
      </p:sp>
      <p:sp>
        <p:nvSpPr>
          <p:cNvPr id="28" name="Google Shape;101;p18">
            <a:extLst>
              <a:ext uri="{FF2B5EF4-FFF2-40B4-BE49-F238E27FC236}">
                <a16:creationId xmlns:a16="http://schemas.microsoft.com/office/drawing/2014/main" id="{02743345-81C3-EDFD-07B7-6E63037C542A}"/>
              </a:ext>
            </a:extLst>
          </p:cNvPr>
          <p:cNvSpPr txBox="1"/>
          <p:nvPr/>
        </p:nvSpPr>
        <p:spPr>
          <a:xfrm>
            <a:off x="4842952" y="1466405"/>
            <a:ext cx="3867900" cy="800189"/>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a:t>
            </a:r>
            <a:endParaRPr sz="1000">
              <a:solidFill>
                <a:schemeClr val="bg1"/>
              </a:solidFill>
              <a:latin typeface="Inter" panose="020B0604020202020204" charset="0"/>
              <a:ea typeface="Inter" panose="020B0604020202020204" charset="0"/>
              <a:cs typeface="Inter"/>
              <a:sym typeface="Inter"/>
            </a:endParaRPr>
          </a:p>
        </p:txBody>
      </p:sp>
      <p:sp>
        <p:nvSpPr>
          <p:cNvPr id="32" name="Google Shape;101;p18">
            <a:extLst>
              <a:ext uri="{FF2B5EF4-FFF2-40B4-BE49-F238E27FC236}">
                <a16:creationId xmlns:a16="http://schemas.microsoft.com/office/drawing/2014/main" id="{38601336-0E4D-5C4B-2D32-820E29A2314E}"/>
              </a:ext>
            </a:extLst>
          </p:cNvPr>
          <p:cNvSpPr txBox="1"/>
          <p:nvPr/>
        </p:nvSpPr>
        <p:spPr>
          <a:xfrm>
            <a:off x="4842952" y="2588093"/>
            <a:ext cx="3867900" cy="800189"/>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a:t>
            </a:r>
            <a:endParaRPr sz="1000">
              <a:solidFill>
                <a:schemeClr val="bg1"/>
              </a:solidFill>
              <a:latin typeface="Inter" panose="020B0604020202020204" charset="0"/>
              <a:ea typeface="Inter" panose="020B0604020202020204" charset="0"/>
              <a:cs typeface="Inter"/>
              <a:sym typeface="Inter"/>
            </a:endParaRPr>
          </a:p>
        </p:txBody>
      </p:sp>
      <p:sp>
        <p:nvSpPr>
          <p:cNvPr id="33" name="Google Shape;101;p18">
            <a:extLst>
              <a:ext uri="{FF2B5EF4-FFF2-40B4-BE49-F238E27FC236}">
                <a16:creationId xmlns:a16="http://schemas.microsoft.com/office/drawing/2014/main" id="{7F5F4E1C-ACF6-E9C8-DA26-E72D5E5E9661}"/>
              </a:ext>
            </a:extLst>
          </p:cNvPr>
          <p:cNvSpPr txBox="1"/>
          <p:nvPr/>
        </p:nvSpPr>
        <p:spPr>
          <a:xfrm>
            <a:off x="4842952" y="3745746"/>
            <a:ext cx="3867900" cy="800189"/>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a:t>
            </a:r>
            <a:endParaRPr sz="1000">
              <a:solidFill>
                <a:schemeClr val="bg1"/>
              </a:solidFill>
              <a:latin typeface="Inter" panose="020B0604020202020204" charset="0"/>
              <a:ea typeface="Inter" panose="020B0604020202020204" charset="0"/>
              <a:cs typeface="Inter"/>
              <a:sym typeface="Inter"/>
            </a:endParaRPr>
          </a:p>
        </p:txBody>
      </p:sp>
      <p:sp>
        <p:nvSpPr>
          <p:cNvPr id="34" name="Google Shape;101;p18">
            <a:extLst>
              <a:ext uri="{FF2B5EF4-FFF2-40B4-BE49-F238E27FC236}">
                <a16:creationId xmlns:a16="http://schemas.microsoft.com/office/drawing/2014/main" id="{9299E3F7-69C8-20FA-0C7E-E12951478912}"/>
              </a:ext>
            </a:extLst>
          </p:cNvPr>
          <p:cNvSpPr txBox="1"/>
          <p:nvPr/>
        </p:nvSpPr>
        <p:spPr>
          <a:xfrm>
            <a:off x="265827" y="3082164"/>
            <a:ext cx="1950817" cy="1569630"/>
          </a:xfrm>
          <a:prstGeom prst="rect">
            <a:avLst/>
          </a:prstGeom>
          <a:noFill/>
          <a:ln>
            <a:noFill/>
          </a:ln>
        </p:spPr>
        <p:txBody>
          <a:bodyPr spcFirstLastPara="1" wrap="square" lIns="91425" tIns="91425" rIns="91425" bIns="91425" anchor="t" anchorCtr="0">
            <a:spAutoFit/>
          </a:bodyPr>
          <a:lstStyle/>
          <a:p>
            <a:pPr lvl="0" algn="just"/>
            <a:r>
              <a:rPr lang="en-US" sz="1000">
                <a:solidFill>
                  <a:schemeClr val="bg1"/>
                </a:solidFill>
                <a:latin typeface="Inter" panose="020B0604020202020204" charset="0"/>
                <a:ea typeface="Inter" panose="020B0604020202020204" charset="0"/>
              </a:rPr>
              <a:t>Lorem ipsum dolor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consectetur</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adipiscing</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elit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Pellentesque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laoreet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posuere</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erat</a:t>
            </a:r>
            <a:r>
              <a:rPr lang="en-US" sz="1000">
                <a:solidFill>
                  <a:schemeClr val="bg1"/>
                </a:solidFill>
                <a:latin typeface="Inter" panose="020B0604020202020204" charset="0"/>
                <a:ea typeface="Inter" panose="020B0604020202020204" charset="0"/>
              </a:rPr>
              <a:t>, sit </a:t>
            </a:r>
            <a:r>
              <a:rPr lang="en-US" sz="1000" err="1">
                <a:solidFill>
                  <a:schemeClr val="bg1"/>
                </a:solidFill>
                <a:latin typeface="Inter" panose="020B0604020202020204" charset="0"/>
                <a:ea typeface="Inter" panose="020B0604020202020204" charset="0"/>
              </a:rPr>
              <a:t>amet</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interdum</a:t>
            </a:r>
            <a:r>
              <a:rPr lang="en-US" sz="1000">
                <a:solidFill>
                  <a:schemeClr val="bg1"/>
                </a:solidFill>
                <a:latin typeface="Inter" panose="020B0604020202020204" charset="0"/>
                <a:ea typeface="Inter" panose="020B0604020202020204" charset="0"/>
              </a:rPr>
              <a:t> ex </a:t>
            </a:r>
            <a:r>
              <a:rPr lang="en-US" sz="1000" err="1">
                <a:solidFill>
                  <a:schemeClr val="bg1"/>
                </a:solidFill>
                <a:latin typeface="Inter" panose="020B0604020202020204" charset="0"/>
                <a:ea typeface="Inter" panose="020B0604020202020204" charset="0"/>
              </a:rPr>
              <a:t>mollis</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eget</a:t>
            </a:r>
            <a:r>
              <a:rPr lang="en-US" sz="1000">
                <a:solidFill>
                  <a:schemeClr val="bg1"/>
                </a:solidFill>
                <a:latin typeface="Inter" panose="020B0604020202020204" charset="0"/>
                <a:ea typeface="Inter" panose="020B0604020202020204" charset="0"/>
              </a:rPr>
              <a:t>. Vestibulum ac ex </a:t>
            </a:r>
            <a:r>
              <a:rPr lang="en-US" sz="1000" err="1">
                <a:solidFill>
                  <a:schemeClr val="bg1"/>
                </a:solidFill>
                <a:latin typeface="Inter" panose="020B0604020202020204" charset="0"/>
                <a:ea typeface="Inter" panose="020B0604020202020204" charset="0"/>
              </a:rPr>
              <a:t>eu</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lacus</a:t>
            </a:r>
            <a:r>
              <a:rPr lang="en-US" sz="1000">
                <a:solidFill>
                  <a:schemeClr val="bg1"/>
                </a:solidFill>
                <a:latin typeface="Inter" panose="020B0604020202020204" charset="0"/>
                <a:ea typeface="Inter" panose="020B0604020202020204" charset="0"/>
              </a:rPr>
              <a:t> semper </a:t>
            </a:r>
            <a:r>
              <a:rPr lang="en-US" sz="1000" err="1">
                <a:solidFill>
                  <a:schemeClr val="bg1"/>
                </a:solidFill>
                <a:latin typeface="Inter" panose="020B0604020202020204" charset="0"/>
                <a:ea typeface="Inter" panose="020B0604020202020204" charset="0"/>
              </a:rPr>
              <a:t>hendrerit</a:t>
            </a:r>
            <a:r>
              <a:rPr lang="en-US" sz="1000">
                <a:solidFill>
                  <a:schemeClr val="bg1"/>
                </a:solidFill>
                <a:latin typeface="Inter" panose="020B0604020202020204" charset="0"/>
                <a:ea typeface="Inter" panose="020B0604020202020204" charset="0"/>
              </a:rPr>
              <a:t>. Aenean </a:t>
            </a:r>
            <a:r>
              <a:rPr lang="en-US" sz="1000" err="1">
                <a:solidFill>
                  <a:schemeClr val="bg1"/>
                </a:solidFill>
                <a:latin typeface="Inter" panose="020B0604020202020204" charset="0"/>
                <a:ea typeface="Inter" panose="020B0604020202020204" charset="0"/>
              </a:rPr>
              <a:t>elementum</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malesuada</a:t>
            </a:r>
            <a:r>
              <a:rPr lang="en-US" sz="1000">
                <a:solidFill>
                  <a:schemeClr val="bg1"/>
                </a:solidFill>
                <a:latin typeface="Inter" panose="020B0604020202020204" charset="0"/>
                <a:ea typeface="Inter" panose="020B0604020202020204" charset="0"/>
              </a:rPr>
              <a:t> </a:t>
            </a:r>
            <a:r>
              <a:rPr lang="en-US" sz="1000" err="1">
                <a:solidFill>
                  <a:schemeClr val="bg1"/>
                </a:solidFill>
                <a:latin typeface="Inter" panose="020B0604020202020204" charset="0"/>
                <a:ea typeface="Inter" panose="020B0604020202020204" charset="0"/>
              </a:rPr>
              <a:t>enim</a:t>
            </a:r>
            <a:r>
              <a:rPr lang="en-US" sz="1000">
                <a:solidFill>
                  <a:schemeClr val="bg1"/>
                </a:solidFill>
                <a:latin typeface="Inter" panose="020B0604020202020204" charset="0"/>
                <a:ea typeface="Inter" panose="020B0604020202020204" charset="0"/>
              </a:rPr>
              <a:t> sed fermentum</a:t>
            </a:r>
            <a:endParaRPr sz="1000">
              <a:solidFill>
                <a:schemeClr val="bg1"/>
              </a:solidFill>
              <a:latin typeface="Inter" panose="020B0604020202020204" charset="0"/>
              <a:ea typeface="Inter" panose="020B0604020202020204" charset="0"/>
              <a:cs typeface="Inter"/>
              <a:sym typeface="Inter"/>
            </a:endParaRPr>
          </a:p>
        </p:txBody>
      </p:sp>
    </p:spTree>
    <p:extLst>
      <p:ext uri="{BB962C8B-B14F-4D97-AF65-F5344CB8AC3E}">
        <p14:creationId xmlns:p14="http://schemas.microsoft.com/office/powerpoint/2010/main" val="2713779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8" title="SLIDE PRESENTATION4.jpg"/>
          <p:cNvPicPr preferRelativeResize="0"/>
          <p:nvPr/>
        </p:nvPicPr>
        <p:blipFill rotWithShape="1">
          <a:blip r:embed="rId3">
            <a:alphaModFix/>
          </a:blip>
          <a:srcRect/>
          <a:stretch/>
        </p:blipFill>
        <p:spPr>
          <a:xfrm>
            <a:off x="0" y="0"/>
            <a:ext cx="9144003" cy="5143490"/>
          </a:xfrm>
          <a:prstGeom prst="rect">
            <a:avLst/>
          </a:prstGeom>
          <a:noFill/>
          <a:ln>
            <a:noFill/>
          </a:ln>
        </p:spPr>
      </p:pic>
      <p:sp>
        <p:nvSpPr>
          <p:cNvPr id="102" name="Google Shape;102;p18"/>
          <p:cNvSpPr txBox="1"/>
          <p:nvPr/>
        </p:nvSpPr>
        <p:spPr>
          <a:xfrm>
            <a:off x="4325025" y="207169"/>
            <a:ext cx="4528800" cy="290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a:solidFill>
                  <a:schemeClr val="dk1"/>
                </a:solidFill>
                <a:latin typeface="Inter"/>
                <a:ea typeface="Inter"/>
                <a:cs typeface="Inter"/>
                <a:sym typeface="Inter"/>
              </a:rPr>
              <a:t>New Employment Development Program</a:t>
            </a:r>
            <a:endParaRPr sz="800">
              <a:solidFill>
                <a:schemeClr val="dk1"/>
              </a:solidFill>
              <a:latin typeface="Inter"/>
              <a:ea typeface="Inter"/>
              <a:cs typeface="Inter"/>
              <a:sym typeface="Inter"/>
            </a:endParaRPr>
          </a:p>
        </p:txBody>
      </p:sp>
      <p:pic>
        <p:nvPicPr>
          <p:cNvPr id="104" name="Google Shape;104;p18" title="LOGO PRIMER - Orange Orange Biru.png"/>
          <p:cNvPicPr preferRelativeResize="0"/>
          <p:nvPr/>
        </p:nvPicPr>
        <p:blipFill rotWithShape="1">
          <a:blip r:embed="rId4">
            <a:alphaModFix/>
          </a:blip>
          <a:srcRect b="10"/>
          <a:stretch/>
        </p:blipFill>
        <p:spPr>
          <a:xfrm>
            <a:off x="244625" y="254625"/>
            <a:ext cx="1324677" cy="503824"/>
          </a:xfrm>
          <a:prstGeom prst="rect">
            <a:avLst/>
          </a:prstGeom>
          <a:noFill/>
          <a:ln>
            <a:noFill/>
          </a:ln>
        </p:spPr>
      </p:pic>
      <p:sp>
        <p:nvSpPr>
          <p:cNvPr id="105" name="Google Shape;105;p18"/>
          <p:cNvSpPr txBox="1"/>
          <p:nvPr/>
        </p:nvSpPr>
        <p:spPr>
          <a:xfrm>
            <a:off x="244625" y="4666594"/>
            <a:ext cx="4528800" cy="29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1"/>
                </a:solidFill>
                <a:latin typeface="Inter"/>
                <a:ea typeface="Inter"/>
                <a:cs typeface="Inter"/>
                <a:sym typeface="Inter"/>
              </a:rPr>
              <a:t>Triatra Sinergia Pratama</a:t>
            </a:r>
            <a:endParaRPr sz="600">
              <a:solidFill>
                <a:schemeClr val="dk1"/>
              </a:solidFill>
              <a:latin typeface="Inter"/>
              <a:ea typeface="Inter"/>
              <a:cs typeface="Inter"/>
              <a:sym typeface="Inter"/>
            </a:endParaRPr>
          </a:p>
          <a:p>
            <a:pPr marL="0" lvl="0" indent="0" algn="l" rtl="0">
              <a:spcBef>
                <a:spcPts val="0"/>
              </a:spcBef>
              <a:spcAft>
                <a:spcPts val="0"/>
              </a:spcAft>
              <a:buNone/>
            </a:pPr>
            <a:endParaRPr sz="800">
              <a:solidFill>
                <a:schemeClr val="dk1"/>
              </a:solidFill>
              <a:latin typeface="Inter"/>
              <a:ea typeface="Inter"/>
              <a:cs typeface="Inter"/>
              <a:sym typeface="Inter"/>
            </a:endParaRPr>
          </a:p>
        </p:txBody>
      </p:sp>
      <p:sp>
        <p:nvSpPr>
          <p:cNvPr id="2" name="Google Shape;55;p13">
            <a:extLst>
              <a:ext uri="{FF2B5EF4-FFF2-40B4-BE49-F238E27FC236}">
                <a16:creationId xmlns:a16="http://schemas.microsoft.com/office/drawing/2014/main" id="{792DAF58-6424-2C38-631B-185423035851}"/>
              </a:ext>
            </a:extLst>
          </p:cNvPr>
          <p:cNvSpPr txBox="1"/>
          <p:nvPr/>
        </p:nvSpPr>
        <p:spPr>
          <a:xfrm>
            <a:off x="476118" y="1281306"/>
            <a:ext cx="5542720" cy="1865317"/>
          </a:xfrm>
          <a:prstGeom prst="rect">
            <a:avLst/>
          </a:prstGeom>
          <a:noFill/>
          <a:ln>
            <a:noFill/>
          </a:ln>
        </p:spPr>
        <p:txBody>
          <a:bodyPr spcFirstLastPara="1" wrap="square" lIns="91425" tIns="91425" rIns="91425" bIns="91425" anchor="t" anchorCtr="0">
            <a:noAutofit/>
          </a:bodyPr>
          <a:lstStyle/>
          <a:p>
            <a:pPr lvl="0"/>
            <a:r>
              <a:rPr lang="en-ID" sz="6000" b="1">
                <a:solidFill>
                  <a:srgbClr val="E55200"/>
                </a:solidFill>
                <a:latin typeface="Arial Black" panose="020B0A04020102020204" pitchFamily="34" charset="0"/>
                <a:ea typeface="Inter"/>
                <a:cs typeface="Inter"/>
                <a:sym typeface="Inter"/>
              </a:rPr>
              <a:t>LET’S WORK</a:t>
            </a:r>
          </a:p>
          <a:p>
            <a:pPr lvl="0"/>
            <a:r>
              <a:rPr lang="en-ID" sz="6000" b="1">
                <a:solidFill>
                  <a:srgbClr val="E55200"/>
                </a:solidFill>
                <a:latin typeface="Arial Black" panose="020B0A04020102020204" pitchFamily="34" charset="0"/>
                <a:ea typeface="Inter"/>
                <a:cs typeface="Inter"/>
                <a:sym typeface="Inter"/>
              </a:rPr>
              <a:t>TOGETHER</a:t>
            </a:r>
          </a:p>
        </p:txBody>
      </p:sp>
      <p:sp>
        <p:nvSpPr>
          <p:cNvPr id="3" name="Freeform 2">
            <a:extLst>
              <a:ext uri="{FF2B5EF4-FFF2-40B4-BE49-F238E27FC236}">
                <a16:creationId xmlns:a16="http://schemas.microsoft.com/office/drawing/2014/main" id="{F3144FE5-D417-CF93-5AB3-F5D157F6A03F}"/>
              </a:ext>
            </a:extLst>
          </p:cNvPr>
          <p:cNvSpPr/>
          <p:nvPr/>
        </p:nvSpPr>
        <p:spPr>
          <a:xfrm>
            <a:off x="242483" y="3827466"/>
            <a:ext cx="326769" cy="345733"/>
          </a:xfrm>
          <a:custGeom>
            <a:avLst/>
            <a:gdLst/>
            <a:ahLst/>
            <a:cxnLst/>
            <a:rect l="l" t="t" r="r" b="b"/>
            <a:pathLst>
              <a:path w="602303" h="602303">
                <a:moveTo>
                  <a:pt x="0" y="0"/>
                </a:moveTo>
                <a:lnTo>
                  <a:pt x="602303" y="0"/>
                </a:lnTo>
                <a:lnTo>
                  <a:pt x="602303" y="602303"/>
                </a:lnTo>
                <a:lnTo>
                  <a:pt x="0" y="60230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4" name="Google Shape;55;p13">
            <a:extLst>
              <a:ext uri="{FF2B5EF4-FFF2-40B4-BE49-F238E27FC236}">
                <a16:creationId xmlns:a16="http://schemas.microsoft.com/office/drawing/2014/main" id="{F2B1277C-31BF-C6A8-2384-59D0267F1804}"/>
              </a:ext>
            </a:extLst>
          </p:cNvPr>
          <p:cNvSpPr txBox="1"/>
          <p:nvPr/>
        </p:nvSpPr>
        <p:spPr>
          <a:xfrm>
            <a:off x="501048" y="3792742"/>
            <a:ext cx="1528884" cy="380459"/>
          </a:xfrm>
          <a:prstGeom prst="rect">
            <a:avLst/>
          </a:prstGeom>
          <a:noFill/>
          <a:ln>
            <a:noFill/>
          </a:ln>
        </p:spPr>
        <p:txBody>
          <a:bodyPr spcFirstLastPara="1" wrap="square" lIns="91425" tIns="91425" rIns="91425" bIns="91425" anchor="t" anchorCtr="0">
            <a:noAutofit/>
          </a:bodyPr>
          <a:lstStyle/>
          <a:p>
            <a:pPr lvl="0"/>
            <a:r>
              <a:rPr lang="en-ID" sz="1700" b="1">
                <a:solidFill>
                  <a:schemeClr val="tx1"/>
                </a:solidFill>
                <a:latin typeface="Arial Black" panose="020B0A04020102020204" pitchFamily="34" charset="0"/>
                <a:ea typeface="Inter"/>
                <a:cs typeface="Inter"/>
                <a:sym typeface="Inter"/>
              </a:rPr>
              <a:t>+62</a:t>
            </a:r>
          </a:p>
        </p:txBody>
      </p:sp>
      <p:sp>
        <p:nvSpPr>
          <p:cNvPr id="5" name="Freeform 4">
            <a:extLst>
              <a:ext uri="{FF2B5EF4-FFF2-40B4-BE49-F238E27FC236}">
                <a16:creationId xmlns:a16="http://schemas.microsoft.com/office/drawing/2014/main" id="{997FF7A6-7E13-E33D-598C-6630D1BB006D}"/>
              </a:ext>
            </a:extLst>
          </p:cNvPr>
          <p:cNvSpPr/>
          <p:nvPr/>
        </p:nvSpPr>
        <p:spPr>
          <a:xfrm>
            <a:off x="2695305" y="3827468"/>
            <a:ext cx="286896" cy="338243"/>
          </a:xfrm>
          <a:custGeom>
            <a:avLst/>
            <a:gdLst/>
            <a:ahLst/>
            <a:cxnLst/>
            <a:rect l="l" t="t" r="r" b="b"/>
            <a:pathLst>
              <a:path w="602303" h="602303">
                <a:moveTo>
                  <a:pt x="0" y="0"/>
                </a:moveTo>
                <a:lnTo>
                  <a:pt x="602303" y="0"/>
                </a:lnTo>
                <a:lnTo>
                  <a:pt x="602303" y="602303"/>
                </a:lnTo>
                <a:lnTo>
                  <a:pt x="0" y="60230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6" name="Google Shape;55;p13">
            <a:extLst>
              <a:ext uri="{FF2B5EF4-FFF2-40B4-BE49-F238E27FC236}">
                <a16:creationId xmlns:a16="http://schemas.microsoft.com/office/drawing/2014/main" id="{223F1C54-C41E-2301-6E0F-36E28ED661F1}"/>
              </a:ext>
            </a:extLst>
          </p:cNvPr>
          <p:cNvSpPr txBox="1"/>
          <p:nvPr/>
        </p:nvSpPr>
        <p:spPr>
          <a:xfrm>
            <a:off x="2982201" y="3792742"/>
            <a:ext cx="3230423" cy="380459"/>
          </a:xfrm>
          <a:prstGeom prst="rect">
            <a:avLst/>
          </a:prstGeom>
          <a:noFill/>
          <a:ln>
            <a:noFill/>
          </a:ln>
        </p:spPr>
        <p:txBody>
          <a:bodyPr spcFirstLastPara="1" wrap="square" lIns="91425" tIns="91425" rIns="91425" bIns="91425" anchor="t" anchorCtr="0">
            <a:noAutofit/>
          </a:bodyPr>
          <a:lstStyle/>
          <a:p>
            <a:pPr lvl="0"/>
            <a:r>
              <a:rPr lang="en-ID" sz="1700" b="1">
                <a:solidFill>
                  <a:schemeClr val="tx1"/>
                </a:solidFill>
                <a:latin typeface="Arial Black" panose="020B0A04020102020204" pitchFamily="34" charset="0"/>
                <a:ea typeface="Inter"/>
                <a:cs typeface="Inter"/>
                <a:sym typeface="Inter"/>
              </a:rPr>
              <a:t>lorem.ipsum@triatra.co.id</a:t>
            </a:r>
          </a:p>
        </p:txBody>
      </p:sp>
      <p:sp>
        <p:nvSpPr>
          <p:cNvPr id="7" name="Freeform 3">
            <a:extLst>
              <a:ext uri="{FF2B5EF4-FFF2-40B4-BE49-F238E27FC236}">
                <a16:creationId xmlns:a16="http://schemas.microsoft.com/office/drawing/2014/main" id="{3D2C0794-22B4-9C65-984E-EB7F822C8E8B}"/>
              </a:ext>
            </a:extLst>
          </p:cNvPr>
          <p:cNvSpPr/>
          <p:nvPr/>
        </p:nvSpPr>
        <p:spPr>
          <a:xfrm>
            <a:off x="6526017" y="3827466"/>
            <a:ext cx="301152" cy="348118"/>
          </a:xfrm>
          <a:custGeom>
            <a:avLst/>
            <a:gdLst/>
            <a:ahLst/>
            <a:cxnLst/>
            <a:rect l="l" t="t" r="r" b="b"/>
            <a:pathLst>
              <a:path w="602303" h="602303">
                <a:moveTo>
                  <a:pt x="0" y="0"/>
                </a:moveTo>
                <a:lnTo>
                  <a:pt x="602302" y="0"/>
                </a:lnTo>
                <a:lnTo>
                  <a:pt x="602302" y="602303"/>
                </a:lnTo>
                <a:lnTo>
                  <a:pt x="0" y="60230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8" name="Google Shape;55;p13">
            <a:extLst>
              <a:ext uri="{FF2B5EF4-FFF2-40B4-BE49-F238E27FC236}">
                <a16:creationId xmlns:a16="http://schemas.microsoft.com/office/drawing/2014/main" id="{333496BC-EDAB-D01D-A9F4-AADE074D8A49}"/>
              </a:ext>
            </a:extLst>
          </p:cNvPr>
          <p:cNvSpPr txBox="1"/>
          <p:nvPr/>
        </p:nvSpPr>
        <p:spPr>
          <a:xfrm>
            <a:off x="6827169" y="3792740"/>
            <a:ext cx="2316831" cy="380459"/>
          </a:xfrm>
          <a:prstGeom prst="rect">
            <a:avLst/>
          </a:prstGeom>
          <a:noFill/>
          <a:ln>
            <a:noFill/>
          </a:ln>
        </p:spPr>
        <p:txBody>
          <a:bodyPr spcFirstLastPara="1" wrap="square" lIns="91425" tIns="91425" rIns="91425" bIns="91425" anchor="t" anchorCtr="0">
            <a:noAutofit/>
          </a:bodyPr>
          <a:lstStyle/>
          <a:p>
            <a:pPr lvl="0"/>
            <a:r>
              <a:rPr lang="en-ID" sz="1700" b="1">
                <a:solidFill>
                  <a:schemeClr val="tx1"/>
                </a:solidFill>
                <a:latin typeface="Arial Black" panose="020B0A04020102020204" pitchFamily="34" charset="0"/>
                <a:ea typeface="Inter"/>
                <a:cs typeface="Inter"/>
                <a:sym typeface="Inter"/>
              </a:rPr>
              <a:t>www.triatra.co.id</a:t>
            </a:r>
          </a:p>
        </p:txBody>
      </p:sp>
      <p:sp>
        <p:nvSpPr>
          <p:cNvPr id="9" name="Freeform 10">
            <a:extLst>
              <a:ext uri="{FF2B5EF4-FFF2-40B4-BE49-F238E27FC236}">
                <a16:creationId xmlns:a16="http://schemas.microsoft.com/office/drawing/2014/main" id="{571FA6A0-E562-B03F-BC45-7D7FF9D70D3B}"/>
              </a:ext>
            </a:extLst>
          </p:cNvPr>
          <p:cNvSpPr/>
          <p:nvPr/>
        </p:nvSpPr>
        <p:spPr>
          <a:xfrm>
            <a:off x="7312823" y="2571750"/>
            <a:ext cx="465365" cy="482304"/>
          </a:xfrm>
          <a:custGeom>
            <a:avLst/>
            <a:gdLst/>
            <a:ahLst/>
            <a:cxnLst/>
            <a:rect l="l" t="t" r="r" b="b"/>
            <a:pathLst>
              <a:path w="708551" h="814426">
                <a:moveTo>
                  <a:pt x="0" y="0"/>
                </a:moveTo>
                <a:lnTo>
                  <a:pt x="708551" y="0"/>
                </a:lnTo>
                <a:lnTo>
                  <a:pt x="708551" y="814427"/>
                </a:lnTo>
                <a:lnTo>
                  <a:pt x="0" y="814427"/>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3</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Akhdan Shaquille</dc:creator>
  <cp:revision>2</cp:revision>
  <dcterms:modified xsi:type="dcterms:W3CDTF">2026-10-19T11:06:35Z</dcterms:modified>
</cp:coreProperties>
</file>