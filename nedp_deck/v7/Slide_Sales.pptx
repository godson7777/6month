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2" r:id="rId4"/>
  </p:sldMasterIdLst>
  <p:notesMasterIdLst>
    <p:notesMasterId r:id="rId19"/>
  </p:notesMasterIdLst>
  <p:handoutMasterIdLst>
    <p:handoutMasterId r:id="rId20"/>
  </p:handoutMasterIdLst>
  <p:sldIdLst>
    <p:sldId id="155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A54F"/>
    <a:srgbClr val="FFFF00"/>
    <a:srgbClr val="FFFFFF"/>
    <a:srgbClr val="0A7F3F"/>
    <a:srgbClr val="076932"/>
    <a:srgbClr val="A8BA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632" autoAdjust="0"/>
    <p:restoredTop sz="93917" autoAdjust="0"/>
  </p:normalViewPr>
  <p:slideViewPr>
    <p:cSldViewPr snapToGrid="0">
      <p:cViewPr>
        <p:scale>
          <a:sx n="66" d="100"/>
          <a:sy n="66" d="100"/>
        </p:scale>
        <p:origin x="608" y="4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816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2" Type="http://schemas.openxmlformats.org/officeDocument/2006/relationships/slide" Target="slides/slide2.xml"/><Relationship Id="rId19" Type="http://schemas.openxmlformats.org/officeDocument/2006/relationships/notesMaster" Target="notesMasters/notesMaster1.xml"/><Relationship Id="rId20" Type="http://schemas.openxmlformats.org/officeDocument/2006/relationships/handoutMaster" Target="handoutMasters/handout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4198972-73C8-9327-0850-18A64251345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955A2EB-01C3-20E0-FF45-07CCC86724F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D1EC30-5B0B-48D0-A1A8-66A96720DF24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C50A84-CDF8-9D1C-7599-D1B543581C0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BAAFBD2-1F7B-DB18-5994-6D22C6743F9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8FBFCE-2205-4B9C-81E5-532E0690D8C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73119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F68A4D-42A7-45F7-9930-00E8DCB48D7E}" type="datetimeFigureOut">
              <a:rPr lang="en-US" smtClean="0"/>
              <a:t>10/17/2026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D6F49-EBB7-4CCF-97A8-E526BB28BB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1936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sv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6.sv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Relationship Id="rId3" Type="http://schemas.openxmlformats.org/officeDocument/2006/relationships/image" Target="../media/image6.sv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6.sv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7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0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1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2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6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6053823"/>
            <a:ext cx="11460480" cy="786384"/>
          </a:xfrm>
        </p:spPr>
        <p:txBody>
          <a:bodyPr anchor="b">
            <a:no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96840"/>
            <a:ext cx="11460480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1999" cy="4986425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45554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486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718F38-94AC-4B28-B69B-662CDAB3677F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Sample Footer Text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1715532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52989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6977" y="1129554"/>
            <a:ext cx="4361688" cy="3475236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686978" y="4731335"/>
            <a:ext cx="4206240" cy="1184585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58495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86976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86976" y="6413862"/>
            <a:ext cx="1707625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1933312F-AC95-D44A-86BE-9B23199F2210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60280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88460"/>
            <a:ext cx="4654296" cy="3739896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4873752"/>
            <a:ext cx="4206240" cy="1380744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91F941-2D53-CC10-7947-62237A245FE0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8467" y="6400800"/>
            <a:ext cx="1645920" cy="365125"/>
          </a:xfrm>
        </p:spPr>
        <p:txBody>
          <a:bodyPr/>
          <a:lstStyle/>
          <a:p>
            <a:fld id="{9E7AF92B-C70E-0A4E-9DBE-C675E0E5CFF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A6E6A4C-6C55-068A-43AA-78DB4D1D643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088937" y="6400800"/>
            <a:ext cx="2651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1A2CCFF-14A7-08A8-4465-732CD89287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017575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596128" y="0"/>
            <a:ext cx="6595872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89437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A6C9C7-A264-237A-7F3C-46E6A7A9646D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5382207" y="4184423"/>
            <a:ext cx="3494314" cy="480373"/>
          </a:xfrm>
        </p:spPr>
        <p:txBody>
          <a:bodyPr anchor="t" anchorCtr="0"/>
          <a:lstStyle>
            <a:lvl1pPr>
              <a:lnSpc>
                <a:spcPct val="80000"/>
              </a:lnSpc>
              <a:spcBef>
                <a:spcPts val="0"/>
              </a:spcBef>
              <a:defRPr sz="1400"/>
            </a:lvl1pPr>
          </a:lstStyle>
          <a:p>
            <a:fld id="{423BBD13-E5F0-B14F-99A7-57ED6A0268A1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24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7" y="5660571"/>
            <a:ext cx="9144000" cy="119689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28217C9D-487D-9CA3-0848-36BD988611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01200" y="5942862"/>
            <a:ext cx="2471058" cy="773624"/>
          </a:xfrm>
        </p:spPr>
        <p:txBody>
          <a:bodyPr anchor="b" anchorCtr="0">
            <a:normAutofit/>
          </a:bodyPr>
          <a:lstStyle>
            <a:lvl1pPr marL="0" indent="0" algn="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9BEE065B-EAB0-79D1-48A3-D7807B360D3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1999" cy="542544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00897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Picture and D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5032197"/>
            <a:ext cx="10683240" cy="181459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3582" y="4184423"/>
            <a:ext cx="5086118" cy="480373"/>
          </a:xfrm>
        </p:spPr>
        <p:txBody>
          <a:bodyPr anchor="t" anchorCtr="0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94CFF3B0-895D-60C4-CB96-5BF3CBA3456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56289" y="5753627"/>
            <a:ext cx="1005840" cy="1005840"/>
          </a:xfrm>
          <a:prstGeom prst="rect">
            <a:avLst/>
          </a:prstGeom>
        </p:spPr>
      </p:pic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1837CCC-4341-C0BA-0887-EAECDEF9BF3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81981" y="4184423"/>
            <a:ext cx="3494314" cy="4803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28876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098361"/>
            <a:ext cx="7478991" cy="3635797"/>
          </a:xfrm>
        </p:spPr>
        <p:txBody>
          <a:bodyPr anchor="t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173140"/>
            <a:ext cx="6655522" cy="1545336"/>
          </a:xfrm>
        </p:spPr>
        <p:txBody>
          <a:bodyPr anchor="b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51B69-C3BF-944C-A529-BF23B9B0354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6708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" y="1091983"/>
            <a:ext cx="7876287" cy="3592629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854" y="4854882"/>
            <a:ext cx="7375466" cy="1014984"/>
          </a:xfrm>
        </p:spPr>
        <p:txBody>
          <a:bodyPr anchor="t">
            <a:normAutofit/>
          </a:bodyPr>
          <a:lstStyle>
            <a:lvl1pPr marL="0" indent="0" algn="l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20807-064A-8E4B-A41C-02C9BA5FCC4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09795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1200" y="1318302"/>
            <a:ext cx="8229600" cy="2621154"/>
          </a:xfrm>
        </p:spPr>
        <p:txBody>
          <a:bodyPr anchor="b">
            <a:normAutofit/>
          </a:bodyPr>
          <a:lstStyle>
            <a:lvl1pPr algn="ctr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4039647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DB571-2B24-BA4A-9049-EA4215FD67D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622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2269717"/>
            <a:ext cx="7772400" cy="4572000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65490DB-50BD-D824-9EFB-8092161606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548640"/>
            <a:ext cx="7772400" cy="59436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671780-7FBB-3748-B88F-20A74E2E1CB6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231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4301"/>
            <a:ext cx="7315200" cy="267156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C58F7861-05FC-CC70-0C94-F3BAE39E54E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2857500"/>
            <a:ext cx="12192000" cy="4000500"/>
          </a:xfrm>
          <a:blipFill dpi="0" rotWithShape="1">
            <a:blip r:embed="rId2">
              <a:alphaModFix amt="60000"/>
            </a:blip>
            <a:srcRect/>
            <a:stretch>
              <a:fillRect t="-218" r="-2" b="218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967DE8C-DF56-7404-15E7-77E150B1B4A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8389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983445" y="1212574"/>
            <a:ext cx="5895374" cy="5644887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5321358E-4EAF-C9BD-ABF7-5C2164D213A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0168F88-6A7F-7AA8-0B4A-2A06A58A6B7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42466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5963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" y="1181489"/>
            <a:ext cx="5895374" cy="5675972"/>
          </a:xfrm>
        </p:spPr>
        <p:txBody>
          <a:bodyPr anchor="b">
            <a:normAutofit/>
          </a:bodyPr>
          <a:lstStyle>
            <a:lvl1pPr algn="l"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D7213002-AAC9-0545-0DF3-75872C41FB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6E9C5FDC-0407-40A7-D7F3-BE000CB61B4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745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63908"/>
            <a:ext cx="8467558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A568C9-D9B3-454D-85A6-8B9AADDA32A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5854" y="2633660"/>
            <a:ext cx="8467558" cy="3689909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543611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13474"/>
            <a:ext cx="5986272" cy="1554480"/>
          </a:xfrm>
        </p:spPr>
        <p:txBody>
          <a:bodyPr anchor="b"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44383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644384" y="2755579"/>
            <a:ext cx="4412042" cy="40233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 marL="914400" indent="0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F6704D6-1542-E251-88DF-906BEE80B51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4360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4711" y="1161288"/>
            <a:ext cx="4663440" cy="155448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9AC20259-235D-F9C3-3788-C1457976F5A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609904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23471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234711" y="2825496"/>
            <a:ext cx="4663440" cy="3337560"/>
          </a:xfrm>
        </p:spPr>
        <p:txBody>
          <a:bodyPr>
            <a:normAutofit/>
          </a:bodyPr>
          <a:lstStyle>
            <a:lvl1pPr marL="0" indent="0">
              <a:buFont typeface="+mj-lt"/>
              <a:buNone/>
              <a:defRPr sz="1400"/>
            </a:lvl1pPr>
            <a:lvl2pPr marL="228600" indent="0">
              <a:buFont typeface="+mj-lt"/>
              <a:buNone/>
              <a:defRPr sz="1400"/>
            </a:lvl2pPr>
            <a:lvl3pPr marL="457200" indent="0">
              <a:buFont typeface="+mj-lt"/>
              <a:buNone/>
              <a:defRPr sz="1400"/>
            </a:lvl3pPr>
            <a:lvl4pPr marL="685800" indent="0">
              <a:buFont typeface="+mj-lt"/>
              <a:buNone/>
              <a:defRPr sz="1400"/>
            </a:lvl4pPr>
            <a:lvl5pPr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234710" y="6400800"/>
            <a:ext cx="1996689" cy="365125"/>
          </a:xfrm>
        </p:spPr>
        <p:txBody>
          <a:bodyPr/>
          <a:lstStyle/>
          <a:p>
            <a:fld id="{186EAB84-8B9F-BB45-859A-B8723199B1EA}" type="datetime1">
              <a:rPr lang="en-US" smtClean="0"/>
              <a:t>10/17/2026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9288219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82881"/>
            <a:ext cx="7430044" cy="324612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418788" y="3611882"/>
            <a:ext cx="4120983" cy="3063237"/>
          </a:xfrm>
        </p:spPr>
        <p:txBody>
          <a:bodyPr anchor="b" anchorCtr="0">
            <a:normAutofit/>
          </a:bodyPr>
          <a:lstStyle>
            <a:lvl1pPr marL="0" indent="0" algn="r">
              <a:buFont typeface="+mj-lt"/>
              <a:buNone/>
              <a:defRPr sz="1400"/>
            </a:lvl1pPr>
            <a:lvl2pPr marL="228600" indent="0" algn="r">
              <a:buFont typeface="+mj-lt"/>
              <a:buNone/>
              <a:defRPr sz="1400"/>
            </a:lvl2pPr>
            <a:lvl3pPr marL="457200" indent="0" algn="r">
              <a:buFont typeface="+mj-lt"/>
              <a:buNone/>
              <a:defRPr sz="1400"/>
            </a:lvl3pPr>
            <a:lvl4pPr marL="685800" indent="0" algn="r">
              <a:buFont typeface="+mj-lt"/>
              <a:buNone/>
              <a:defRPr sz="1400"/>
            </a:lvl4pPr>
            <a:lvl5pPr algn="r">
              <a:buFont typeface="+mj-lt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3495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C7452E47-6DDB-EA53-7FB9-2BA726EB77D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805394" y="886048"/>
            <a:ext cx="4120983" cy="5719034"/>
          </a:xfrm>
          <a:blipFill dpi="0" rotWithShape="1">
            <a:blip r:embed="rId2">
              <a:alphaModFix amt="60000"/>
            </a:blip>
            <a:srcRect/>
            <a:stretch>
              <a:fillRect t="-4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ADD6C4CC-D005-CA0E-11C2-EC0EC7277C3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63097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385975"/>
            <a:ext cx="4325112" cy="245479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B9051D-F4ED-4EE6-2F1F-2E67035938D8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B0A124A-E73E-874D-AA4C-7EC16078588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B560304-B220-9740-0823-17F13E1DFD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D8939A-F7AC-2C38-E1F0-99EA290DC600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67195" y="2386584"/>
            <a:ext cx="4325112" cy="2459736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904074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2258568"/>
            <a:ext cx="3813048" cy="3557016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A6E205-DD57-FBC4-5DED-E99550EF416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A480AC4-DAB6-D74A-AC36-6669282A20D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B512B-D856-A4D7-B029-66A5D5390F5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8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0A97A-5A12-4677-BCBD-51459685557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2254250"/>
            <a:ext cx="4956175" cy="3556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95804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537853"/>
            <a:ext cx="4145582" cy="4638825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01A47F-D821-7876-3381-2937FE3E547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A3531C4-A97A-4D42-9B1F-1AD72B1B677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CC02357-BEAA-E8CA-E970-6C1EFE4BC11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1973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79E63C-8932-DE7E-9CD9-7BDEC967CCF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19738" y="1538288"/>
            <a:ext cx="5681662" cy="48180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33284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877456"/>
            <a:ext cx="4142232" cy="4940661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790955-8D95-9784-B4EA-C7C09D75A0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AAE0B33F-6CFB-4143-B242-11B4795772A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0F7A256-B5DD-AEAE-EEC2-A058A7A3A1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5522912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95F3F2-351A-F793-9D92-1C0F2F54D06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22913" y="877456"/>
            <a:ext cx="6159500" cy="53908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72785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3249"/>
            <a:ext cx="3494314" cy="5719639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9F4F94-C660-894A-AD11-4D48451EE4A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50426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04268" y="903249"/>
            <a:ext cx="7315200" cy="5806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2704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91669"/>
            <a:ext cx="11946698" cy="1463040"/>
          </a:xfrm>
        </p:spPr>
        <p:txBody>
          <a:bodyPr>
            <a:norm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17520" y="2103120"/>
            <a:ext cx="9038906" cy="40611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A45F9-D752-7EB2-0FD4-546577BB91A5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2103120" cy="365125"/>
          </a:xfrm>
        </p:spPr>
        <p:txBody>
          <a:bodyPr/>
          <a:lstStyle/>
          <a:p>
            <a:fld id="{B3357DF9-7077-594C-A5D7-CD1BEEE572C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B751DE-CFA1-0605-E728-7DD2ABD975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01751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40E780-F825-EA94-5452-0063FF7357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886320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77728"/>
            <a:ext cx="7424413" cy="1925391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58287D3-A6CF-2D6B-CFA8-43427B98AF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4ED7D00-7861-864B-9EA9-73B29DD38D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C33E464-5FDA-8579-C0D4-F4D835A4C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967194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BCD62E-41B6-3326-68D7-BB473795F3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32348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10653578" cy="1132258"/>
          </a:xfrm>
        </p:spPr>
        <p:txBody>
          <a:bodyPr anchor="t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5036904-F662-81D4-EC3E-98A339AB5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CEDB8F-F201-0541-B839-CC57CEE946B0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9F62FF-05FD-17D2-94BE-8377FF981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B1AA94D-AED3-3863-7A5D-E3F60EBB6C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" y="2103120"/>
            <a:ext cx="10653579" cy="45938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613333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45810" y="947244"/>
            <a:ext cx="6093225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7938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65BFCB1-FAA8-D03A-3B62-DCB2CF1CA11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9481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A608994-46CD-AAE0-DCC4-A59D26254D84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45810" y="2137464"/>
            <a:ext cx="6071616" cy="4489704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51785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08400"/>
            <a:ext cx="6135624" cy="1143000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Date Placeholder 8">
            <a:extLst>
              <a:ext uri="{FF2B5EF4-FFF2-40B4-BE49-F238E27FC236}">
                <a16:creationId xmlns:a16="http://schemas.microsoft.com/office/drawing/2014/main" id="{81177663-FC76-DF36-EEB7-5BE4C6C82F3A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8609EDE3-16BB-DE4B-870B-675176E3007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515DEC4-C967-ABFB-73CF-0A90335332A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50591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5A5085F-BE80-B110-AA1F-9DD0919E27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684215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188560"/>
            <a:ext cx="6135624" cy="44897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400544" y="0"/>
            <a:ext cx="4791456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45852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3551" y="82970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402336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163550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551" y="189040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837498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6858000" cy="93268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7160" y="109728"/>
            <a:ext cx="3494314" cy="365125"/>
          </a:xfrm>
        </p:spPr>
        <p:txBody>
          <a:bodyPr/>
          <a:lstStyle/>
          <a:p>
            <a:fld id="{6C612A5F-8D0C-3143-A058-03C06BC96C0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285799" y="109728"/>
            <a:ext cx="2805405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510999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6858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091732" y="0"/>
            <a:ext cx="4100267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326441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38674" y="839169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661150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764085" y="109728"/>
            <a:ext cx="47548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738611" y="2467805"/>
            <a:ext cx="4362450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48670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63127"/>
            <a:ext cx="4361688" cy="1527048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466344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923874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92689"/>
            <a:ext cx="4360863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745480" y="0"/>
            <a:ext cx="644652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057987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47932" y="814714"/>
            <a:ext cx="4522936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" y="0"/>
            <a:ext cx="649224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47931" y="109728"/>
            <a:ext cx="48463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47932" y="1875418"/>
            <a:ext cx="4512601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653168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799723"/>
            <a:ext cx="4572000" cy="932688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109728"/>
            <a:ext cx="5029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351089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1860427"/>
            <a:ext cx="4572000" cy="49834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917720" y="0"/>
            <a:ext cx="627427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4324201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8483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58414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09198F5-FF38-389C-E060-120AC6301809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728482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963CA08-6B63-DC1E-8CB3-C323C904012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5521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28610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267000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44839"/>
            <a:ext cx="3401568" cy="1527048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727" y="109728"/>
            <a:ext cx="393192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183946" y="109728"/>
            <a:ext cx="429207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2474401"/>
            <a:ext cx="3401568" cy="40957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761780" y="0"/>
            <a:ext cx="743021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9132439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85914" y="1078992"/>
            <a:ext cx="3273552" cy="1942773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778136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85913" y="109728"/>
            <a:ext cx="365760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885914" y="3099816"/>
            <a:ext cx="3273552" cy="2953512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91974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" y="4840818"/>
            <a:ext cx="3739896" cy="1390330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4635132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49240" y="4840817"/>
            <a:ext cx="6400800" cy="139033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A15407-9413-1DA9-E036-72552D7812A1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07B60899-4452-5448-8F49-02B73F47499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8869B91-F1A8-E5E1-0E1C-4AA458DBB26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3492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18D6E046-2804-51F2-8BA7-5C8B18490A5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383074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976342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377827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3976342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7160" y="6400800"/>
            <a:ext cx="3494314" cy="365125"/>
          </a:xfrm>
        </p:spPr>
        <p:txBody>
          <a:bodyPr/>
          <a:lstStyle/>
          <a:p>
            <a:fld id="{CF77C072-721E-994F-9CE3-2EF9DBBB4254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97763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55212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933894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2953618" cy="1892808"/>
          </a:xfrm>
        </p:spPr>
        <p:txBody>
          <a:bodyPr anchor="t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3D91B2-1947-F009-53AF-CA2BE8769C5D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56ED1282-C03D-8746-9C7A-3F9A903CE39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5FC093-7A59-0C22-FCDE-3B3F3C844F5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3977639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82E3CA5-C843-86E9-EDAF-8E8D75DC76B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77640" y="914400"/>
            <a:ext cx="7772400" cy="2240280"/>
          </a:xfrm>
        </p:spPr>
        <p:txBody>
          <a:bodyPr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3429000"/>
            <a:ext cx="12192000" cy="3429000"/>
          </a:xfrm>
          <a:blipFill dpi="0" rotWithShape="1">
            <a:blip r:embed="rId2">
              <a:alphaModFix amt="60000"/>
            </a:blip>
            <a:srcRect/>
            <a:stretch>
              <a:fillRect t="-10186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33376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97280"/>
            <a:ext cx="10972802" cy="970463"/>
          </a:xfrm>
        </p:spPr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82396A-BC37-4B4A-B91C-8D02C6E635BE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555184" y="109728"/>
            <a:ext cx="493776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184400"/>
            <a:ext cx="6172200" cy="4425696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555185" y="2181225"/>
            <a:ext cx="4251960" cy="4428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2401964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4672584" cy="145389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C3C03-72B8-044E-B6B9-E9070EBBFFF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05279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78563"/>
            <a:ext cx="4672584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52795" y="1005840"/>
            <a:ext cx="5585925" cy="5783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0132475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914400"/>
            <a:ext cx="3657603" cy="1545336"/>
          </a:xfrm>
        </p:spPr>
        <p:txBody>
          <a:bodyPr anchor="b" anchorCtr="0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673AF6-D88F-1D44-BBB9-26080004ADD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888344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228600" y="2581197"/>
            <a:ext cx="3490176" cy="404164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888345" y="914400"/>
            <a:ext cx="6561138" cy="5759450"/>
          </a:xfrm>
        </p:spPr>
        <p:txBody>
          <a:bodyPr anchor="b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7477373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573031"/>
            <a:ext cx="5391190" cy="2864350"/>
          </a:xfrm>
        </p:spPr>
        <p:txBody>
          <a:bodyPr anchor="b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CDEB1EBB-CFF7-4B44-9AEA-316A6F2E08D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67194" y="110364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67195" y="1463040"/>
            <a:ext cx="5633215" cy="2864350"/>
          </a:xfrm>
        </p:spPr>
        <p:txBody>
          <a:bodyPr anchor="b" anchorCtr="0">
            <a:normAutofit/>
          </a:bodyPr>
          <a:lstStyle>
            <a:lvl1pPr marL="0" indent="0">
              <a:buFont typeface="Arial" panose="020B0604020202020204" pitchFamily="34" charset="0"/>
              <a:buNone/>
              <a:defRPr sz="1800"/>
            </a:lvl1pPr>
            <a:lvl2pPr marL="228600" indent="0">
              <a:buFont typeface="Arial" panose="020B0604020202020204" pitchFamily="34" charset="0"/>
              <a:buNone/>
              <a:defRPr sz="1800"/>
            </a:lvl2pPr>
            <a:lvl3pPr marL="457200" indent="0">
              <a:buFont typeface="Arial" panose="020B0604020202020204" pitchFamily="34" charset="0"/>
              <a:buNone/>
              <a:defRPr sz="1800"/>
            </a:lvl3pPr>
            <a:lvl4pPr marL="685800" indent="0">
              <a:buFont typeface="Arial" panose="020B0604020202020204" pitchFamily="34" charset="0"/>
              <a:buNone/>
              <a:defRPr sz="1800"/>
            </a:lvl4pPr>
            <a:lvl5pPr marL="914400" indent="0">
              <a:buFont typeface="Arial" panose="020B0604020202020204" pitchFamily="34" charset="0"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E716C4BF-504C-57EB-F890-EB45BFD22B4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-1" y="4509435"/>
            <a:ext cx="12192000" cy="2348564"/>
          </a:xfrm>
          <a:blipFill dpi="0" rotWithShape="1">
            <a:blip r:embed="rId2">
              <a:alphaModFix amt="60000"/>
            </a:blip>
            <a:srcRect/>
            <a:stretch>
              <a:fillRect t="-207" b="-2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908407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5391190" cy="4297680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1" y="0"/>
            <a:ext cx="12192000" cy="1730326"/>
          </a:xfrm>
          <a:blipFill dpi="0" rotWithShape="1">
            <a:blip r:embed="rId2">
              <a:alphaModFix amt="60000"/>
            </a:blip>
            <a:srcRect/>
            <a:stretch>
              <a:fillRect b="-1213"/>
            </a:stretch>
          </a:blipFill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98946" y="2011680"/>
            <a:ext cx="5669280" cy="4297680"/>
          </a:xfrm>
        </p:spPr>
        <p:txBody>
          <a:bodyPr anchor="t" anchorCtr="0">
            <a:noAutofit/>
          </a:bodyPr>
          <a:lstStyle>
            <a:lvl1pPr marL="0" indent="0">
              <a:buFont typeface="Arial" panose="020B0604020202020204" pitchFamily="34" charset="0"/>
              <a:buNone/>
              <a:defRPr sz="1400"/>
            </a:lvl1pPr>
            <a:lvl2pPr marL="228600" indent="0">
              <a:buFont typeface="Arial" panose="020B0604020202020204" pitchFamily="34" charset="0"/>
              <a:buNone/>
              <a:defRPr sz="1400"/>
            </a:lvl2pPr>
            <a:lvl3pPr marL="457200" indent="0">
              <a:buFont typeface="Arial" panose="020B0604020202020204" pitchFamily="34" charset="0"/>
              <a:buNone/>
              <a:defRPr sz="1400"/>
            </a:lvl3pPr>
            <a:lvl4pPr marL="685800" indent="0">
              <a:buFont typeface="Arial" panose="020B0604020202020204" pitchFamily="34" charset="0"/>
              <a:buNone/>
              <a:defRPr sz="1400"/>
            </a:lvl4pPr>
            <a:lvl5pPr marL="914400" indent="0">
              <a:buFont typeface="Arial" panose="020B0604020202020204" pitchFamily="34" charset="0"/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3BF06B69-C768-FE26-D245-736BCC84A016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139035" y="6400800"/>
            <a:ext cx="3494314" cy="365125"/>
          </a:xfrm>
        </p:spPr>
        <p:txBody>
          <a:bodyPr/>
          <a:lstStyle/>
          <a:p>
            <a:fld id="{4DCD1FD3-D483-0B4C-B010-EBEC88506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8083D621-6486-4054-4D8A-AAF79D4E8940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5998463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F998961-73A4-CFF8-87FC-EAA4BB68EA39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068539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Pictur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7" y="171513"/>
            <a:ext cx="6400800" cy="1482005"/>
          </a:xfrm>
        </p:spPr>
        <p:txBody>
          <a:bodyPr anchor="t" anchorCtr="0">
            <a:normAutofit/>
          </a:bodyPr>
          <a:lstStyle>
            <a:lvl1pPr>
              <a:lnSpc>
                <a:spcPct val="80000"/>
              </a:lnSpc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6" y="2606040"/>
            <a:ext cx="6400800" cy="3999042"/>
          </a:xfrm>
        </p:spPr>
        <p:txBody>
          <a:bodyPr/>
          <a:lstStyle>
            <a:lvl1pPr>
              <a:spcBef>
                <a:spcPts val="1000"/>
              </a:spcBef>
              <a:defRPr/>
            </a:lvl1pPr>
            <a:lvl2pPr>
              <a:spcBef>
                <a:spcPts val="1000"/>
              </a:spcBef>
              <a:defRPr/>
            </a:lvl2pPr>
            <a:lvl3pPr>
              <a:spcBef>
                <a:spcPts val="1000"/>
              </a:spcBef>
              <a:defRPr/>
            </a:lvl3pPr>
            <a:lvl4pPr>
              <a:spcBef>
                <a:spcPts val="1000"/>
              </a:spcBef>
              <a:defRPr/>
            </a:lvl4pPr>
            <a:lvl5pPr>
              <a:spcBef>
                <a:spcPts val="100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7691214" y="109728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614572" y="109728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92EDDB5-4345-5104-646A-B8C10FB3A7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805393" y="843539"/>
            <a:ext cx="4120983" cy="5761544"/>
          </a:xfrm>
          <a:blipFill dpi="0" rotWithShape="1">
            <a:blip r:embed="rId2">
              <a:alphaModFix amt="60000"/>
            </a:blip>
            <a:srcRect/>
            <a:stretch>
              <a:fillRect l="-368" r="-58"/>
            </a:stretch>
          </a:blipFill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4799203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Content with Pictur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3595634" cy="2212313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FCA69-54DB-5C48-88C2-5A1E30E9D7C1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3291840"/>
            <a:ext cx="3585586" cy="3434638"/>
          </a:xfrm>
        </p:spPr>
        <p:txBody>
          <a:bodyPr anchor="b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316036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432770" y="832104"/>
            <a:ext cx="6519080" cy="577900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0537480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220320"/>
            <a:ext cx="5897880" cy="1353312"/>
          </a:xfrm>
        </p:spPr>
        <p:txBody>
          <a:bodyPr>
            <a:normAutofit/>
          </a:bodyPr>
          <a:lstStyle>
            <a:lvl1pPr>
              <a:lnSpc>
                <a:spcPct val="12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B98C21E-A9AF-D3FB-3F6A-06088553C6F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56029"/>
            <a:ext cx="1005840" cy="100584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1E418-5963-9B4C-BB64-1F8A14EB1F3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4512"/>
            <a:ext cx="10826496" cy="4334256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10918548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096611"/>
            <a:ext cx="7525512" cy="1545336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0" y="855230"/>
            <a:ext cx="10543032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9D39EB1-AC22-29FA-3FA6-98276FD5151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1192308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6747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5086664"/>
            <a:ext cx="7525512" cy="154533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20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A8F866-AE4F-0E4D-9EC5-A83A47A4ADB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855232"/>
            <a:ext cx="10543032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39696284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76" y="1106243"/>
            <a:ext cx="4107359" cy="3760706"/>
          </a:xfrm>
        </p:spPr>
        <p:txBody>
          <a:bodyPr anchor="b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E84C63-8906-E024-96D3-CABBCE341D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591E5F-EDEF-7D02-30E6-B960B5E45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D2260C-9D5C-9E4C-939A-D2CE2AE97F78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4475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06243"/>
            <a:ext cx="5289168" cy="4206240"/>
          </a:xfrm>
        </p:spPr>
        <p:txBody>
          <a:bodyPr anchor="b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</p:spTree>
    <p:extLst>
      <p:ext uri="{BB962C8B-B14F-4D97-AF65-F5344CB8AC3E}">
        <p14:creationId xmlns:p14="http://schemas.microsoft.com/office/powerpoint/2010/main" val="16206335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2011680"/>
            <a:ext cx="6952254" cy="2194560"/>
          </a:xfrm>
        </p:spPr>
        <p:txBody>
          <a:bodyPr anchor="t" anchorCtr="0">
            <a:normAutofit/>
          </a:bodyPr>
          <a:lstStyle>
            <a:lvl1pPr algn="l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3030"/>
            <a:ext cx="10961546" cy="1920240"/>
          </a:xfrm>
        </p:spPr>
        <p:txBody>
          <a:bodyPr anchor="t" anchorCtr="0">
            <a:normAutofit/>
          </a:bodyPr>
          <a:lstStyle>
            <a:lvl1pPr marL="0" indent="0" algn="l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68E1EDB1-0050-E837-58E0-64C3650484D7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077A1D8-5F01-6F9E-74AD-AE50D4B097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94E47C-0C77-0005-1755-14F7739D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7159" y="6400800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528A9-0729-B0FB-328C-3C96994AA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34234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056844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6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56306E-B77F-CE22-FA8C-F08F17B5E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77440" y="5291877"/>
            <a:ext cx="7525512" cy="926044"/>
          </a:xfrm>
        </p:spPr>
        <p:txBody>
          <a:bodyPr>
            <a:normAutofit/>
          </a:bodyPr>
          <a:lstStyle>
            <a:lvl1pPr algn="ctr">
              <a:lnSpc>
                <a:spcPct val="110000"/>
              </a:lnSpc>
              <a:defRPr sz="1800" b="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EFCDFFE1-D928-0CE3-D1C8-CCF55609A73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977157"/>
            <a:ext cx="1005840" cy="1005840"/>
          </a:xfrm>
          <a:prstGeom prst="rect">
            <a:avLst/>
          </a:prstGeom>
        </p:spPr>
      </p:pic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418DF0B-1F85-2BB3-D241-A3A14BF729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4484" y="2134134"/>
            <a:ext cx="10543032" cy="2589733"/>
          </a:xfrm>
        </p:spPr>
        <p:txBody>
          <a:bodyPr anchor="b" anchorCtr="0">
            <a:normAutofit/>
          </a:bodyPr>
          <a:lstStyle>
            <a:lvl1pPr marL="0" indent="0" algn="ctr">
              <a:lnSpc>
                <a:spcPct val="90000"/>
              </a:lnSpc>
              <a:buNone/>
              <a:defRPr sz="15000" b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5226577-F54C-EB86-D0A7-64DAFA9E69B3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139035" y="6400800"/>
            <a:ext cx="3017520" cy="365125"/>
          </a:xfrm>
        </p:spPr>
        <p:txBody>
          <a:bodyPr/>
          <a:lstStyle/>
          <a:p>
            <a:fld id="{4C13F211-A6FB-7C4B-8E5B-EB185A8DB8CB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8C91051-FC5E-3F4E-51AF-3EBC57B4BD0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3444240" y="6400800"/>
            <a:ext cx="5303520" cy="365125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89E1B41D-78D5-5CD6-67DF-4B11B9453D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76894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32976E3-E745-9DF8-C3E3-53A778D9502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5760720"/>
            <a:ext cx="1005840" cy="1005840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10F998E-EA6E-4E43-1727-F5C608095A82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07C8458-3938-4F4D-9D3F-15FC4ECFFE22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0AA6E616-8EC3-D9A1-4DFB-5BDEBC779B3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9FECFCDD-8971-579B-777D-53A85E6F1F7A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188720"/>
            <a:ext cx="8266176" cy="5605272"/>
          </a:xfrm>
        </p:spPr>
        <p:txBody>
          <a:bodyPr anchor="b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049413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2651760"/>
            <a:ext cx="8266176" cy="4142232"/>
          </a:xfrm>
        </p:spPr>
        <p:txBody>
          <a:bodyPr anchor="b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9B8B884C-311F-A563-377C-6EBE47822774}"/>
              </a:ext>
            </a:extLst>
          </p:cNvPr>
          <p:cNvSpPr/>
          <p:nvPr userDrawn="1"/>
        </p:nvSpPr>
        <p:spPr>
          <a:xfrm>
            <a:off x="7277270" y="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2F09180-2668-03E9-3E5B-E24359E2B7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4425163"/>
            <a:ext cx="1005840" cy="10058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65212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3A9F5324-9AB0-314B-31EA-61D0699504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5753627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113385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962912" y="626364"/>
            <a:ext cx="8266176" cy="5605272"/>
          </a:xfrm>
        </p:spPr>
        <p:txBody>
          <a:bodyPr anchor="ctr" anchorCtr="0">
            <a:noAutofit/>
          </a:bodyPr>
          <a:lstStyle>
            <a:lvl1pPr marL="0" indent="0">
              <a:lnSpc>
                <a:spcPct val="80000"/>
              </a:lnSpc>
              <a:buNone/>
              <a:defRPr sz="5600" b="0" spc="-200" baseline="0"/>
            </a:lvl1pPr>
            <a:lvl2pPr marL="228600" indent="0">
              <a:lnSpc>
                <a:spcPct val="80000"/>
              </a:lnSpc>
              <a:buNone/>
              <a:defRPr sz="5600" b="0" spc="-200" baseline="0"/>
            </a:lvl2pPr>
            <a:lvl3pPr marL="457200" indent="0">
              <a:lnSpc>
                <a:spcPct val="80000"/>
              </a:lnSpc>
              <a:buNone/>
              <a:defRPr sz="5600" b="0" spc="-200" baseline="0"/>
            </a:lvl3pPr>
            <a:lvl4pPr marL="685800" indent="0">
              <a:lnSpc>
                <a:spcPct val="80000"/>
              </a:lnSpc>
              <a:buNone/>
              <a:defRPr sz="5600" b="0" spc="-200" baseline="0"/>
            </a:lvl4pPr>
            <a:lvl5pPr marL="914400" indent="0">
              <a:lnSpc>
                <a:spcPct val="80000"/>
              </a:lnSpc>
              <a:buNone/>
              <a:defRPr sz="5600" b="0" spc="-200" baseline="0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484804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5DC095FD-8C32-C2DB-3F1D-105AFD1518B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593080" y="457200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677009" y="5760720"/>
            <a:ext cx="8970264" cy="466344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99616" y="1600200"/>
            <a:ext cx="9198864" cy="3657600"/>
          </a:xfrm>
        </p:spPr>
        <p:txBody>
          <a:bodyPr anchor="ctr">
            <a:normAutofit/>
          </a:bodyPr>
          <a:lstStyle>
            <a:lvl1pPr marL="164592" indent="-164592" algn="ctr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907570370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>
            <a:extLst>
              <a:ext uri="{FF2B5EF4-FFF2-40B4-BE49-F238E27FC236}">
                <a16:creationId xmlns:a16="http://schemas.microsoft.com/office/drawing/2014/main" id="{884CE384-B29D-F2CE-AAA2-9F696214E5C3}"/>
              </a:ext>
            </a:extLst>
          </p:cNvPr>
          <p:cNvSpPr/>
          <p:nvPr userDrawn="1"/>
        </p:nvSpPr>
        <p:spPr>
          <a:xfrm>
            <a:off x="7277270" y="1943270"/>
            <a:ext cx="4914730" cy="4914730"/>
          </a:xfrm>
          <a:prstGeom prst="ellipse">
            <a:avLst/>
          </a:prstGeom>
          <a:noFill/>
          <a:ln w="158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E0946D8-30A5-B84D-F1D0-0DB66CAABB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56289" y="168175"/>
            <a:ext cx="1005840" cy="100584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728" y="6339504"/>
            <a:ext cx="9043416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cap="none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88122"/>
            <a:ext cx="9198864" cy="329184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88921563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C1BC50BE-AB5B-8BDE-7DBB-C903EDD6FB3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3758" y="230006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60" y="5669280"/>
            <a:ext cx="8805672" cy="466344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097280"/>
            <a:ext cx="8961120" cy="3474720"/>
          </a:xfrm>
        </p:spPr>
        <p:txBody>
          <a:bodyPr anchor="ctr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44548804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7159" y="5284269"/>
            <a:ext cx="7462853" cy="1443156"/>
          </a:xfrm>
        </p:spPr>
        <p:txBody>
          <a:bodyPr anchor="b" anchorCtr="0">
            <a:normAutofit/>
          </a:bodyPr>
          <a:lstStyle>
            <a:lvl1pPr>
              <a:lnSpc>
                <a:spcPct val="120000"/>
              </a:lnSpc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9728" y="179177"/>
            <a:ext cx="7490285" cy="5029200"/>
          </a:xfrm>
        </p:spPr>
        <p:txBody>
          <a:bodyPr anchor="t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3912E3-7555-EAAB-BE83-59ED3B5C9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59" y="6400800"/>
            <a:ext cx="384048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EAECF6-9F03-4C12-4BD4-4E8AE63A4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6400800"/>
            <a:ext cx="429207" cy="365125"/>
          </a:xfrm>
        </p:spPr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6910057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2FA0A-1F7B-DD41-ECED-02B60BC46B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002866" y="5117083"/>
            <a:ext cx="6053559" cy="1618489"/>
          </a:xfrm>
        </p:spPr>
        <p:txBody>
          <a:bodyPr anchor="b" anchorCtr="0">
            <a:normAutofit/>
          </a:bodyPr>
          <a:lstStyle>
            <a:lvl1pPr>
              <a:lnSpc>
                <a:spcPct val="80000"/>
              </a:lnSpc>
              <a:defRPr sz="20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7B90859F-C81D-2CBA-0268-040BF6276E3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461" y="5902452"/>
            <a:ext cx="731520" cy="73152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722129D-A009-1048-F4CC-0DD22291EAA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511AB8E-654D-449F-FE27-9EE3329DE0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14BE2EA-8E1E-E2DA-5CCF-46908B013BF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967194" y="1040130"/>
            <a:ext cx="6089232" cy="3694174"/>
          </a:xfrm>
        </p:spPr>
        <p:txBody>
          <a:bodyPr anchor="b" anchorCtr="0">
            <a:normAutofit/>
          </a:bodyPr>
          <a:lstStyle>
            <a:lvl1pPr marL="164592" indent="-164592">
              <a:lnSpc>
                <a:spcPct val="80000"/>
              </a:lnSpc>
              <a:spcBef>
                <a:spcPts val="0"/>
              </a:spcBef>
              <a:buNone/>
              <a:defRPr sz="5600" spc="-20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1530893583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0058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5AADBF-0503-AC4E-BF4F-A2D8EFDE8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84DC103C-4E45-07FA-2734-5BAE2624DC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88F1ED9-CE64-0191-F909-FDC002A7456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286000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0300469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83695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88835E-E029-C74A-A8D5-72AFFFEA0839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728" y="208680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675120" y="208680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800" b="0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F86E5640-DE07-46FE-2EFB-FCD8C5238DC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9728" y="2677160"/>
            <a:ext cx="51577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0D5795C-6228-AA6F-1CF7-AD7010686BC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675120" y="2677160"/>
            <a:ext cx="5183188" cy="3763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7957576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840"/>
            <a:ext cx="10653578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407084-E3CF-AE41-BB02-D224862A000A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2871361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C39C1-122A-624B-A21F-3BF663742DA5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0028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25" y="1005205"/>
            <a:ext cx="3595634" cy="1757505"/>
          </a:xfrm>
        </p:spPr>
        <p:txBody>
          <a:bodyPr anchor="t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77D5EB-6120-1A42-AF3F-8CC049FEDDDD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34707" y="109728"/>
            <a:ext cx="5303520" cy="365125"/>
          </a:xfrm>
        </p:spPr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325" y="2762710"/>
            <a:ext cx="3595634" cy="399326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1005840"/>
            <a:ext cx="6440258" cy="5755109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6567490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600" y="1181490"/>
            <a:ext cx="5986399" cy="567651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37160" y="182880"/>
            <a:ext cx="4572000" cy="731520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Picture Placeholder 10">
            <a:extLst>
              <a:ext uri="{FF2B5EF4-FFF2-40B4-BE49-F238E27FC236}">
                <a16:creationId xmlns:a16="http://schemas.microsoft.com/office/drawing/2014/main" id="{08FD5A0C-3984-4E77-6D88-7812D8F2B19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96626" y="0"/>
            <a:ext cx="5895374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4D56FA5-6B2C-25FC-5C75-51C0FD7A085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81512" y="224984"/>
            <a:ext cx="731520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49438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847088"/>
            <a:ext cx="7342307" cy="1133856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E0BBB-D56F-1E45-84FD-A9025FF37F5C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728" y="3594099"/>
            <a:ext cx="10890374" cy="2743200"/>
          </a:xfrm>
        </p:spPr>
        <p:txBody>
          <a:bodyPr/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494558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1627318"/>
            <a:ext cx="8430767" cy="1842020"/>
          </a:xfrm>
        </p:spPr>
        <p:txBody>
          <a:bodyPr anchor="b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41CA7F-D03C-0042-8A7B-E9EA80DFAE43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728" y="3622674"/>
            <a:ext cx="8430639" cy="1279615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2203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92821B14-72A5-C6D7-EF14-887B89D040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 flipV="1">
            <a:off x="11235399" y="5899743"/>
            <a:ext cx="731520" cy="73152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" y="3566159"/>
            <a:ext cx="5517349" cy="3130063"/>
          </a:xfrm>
        </p:spPr>
        <p:txBody>
          <a:bodyPr anchor="t" anchorCtr="0">
            <a:noAutofit/>
          </a:bodyPr>
          <a:lstStyle>
            <a:lvl1pPr>
              <a:defRPr sz="5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A1F1A7-9EF6-7D4F-AE10-1D541A371837}" type="datetime1">
              <a:rPr lang="en-US" smtClean="0"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971033" y="3566160"/>
            <a:ext cx="5024070" cy="2190297"/>
          </a:xfrm>
        </p:spPr>
        <p:txBody>
          <a:bodyPr>
            <a:noAutofit/>
          </a:bodyPr>
          <a:lstStyle>
            <a:lvl1pPr marL="0" indent="0">
              <a:buNone/>
              <a:defRPr sz="1400"/>
            </a:lvl1pPr>
            <a:lvl2pPr marL="228600" indent="0">
              <a:buNone/>
              <a:defRPr sz="1400"/>
            </a:lvl2pPr>
            <a:lvl3pPr marL="457200" indent="0">
              <a:buNone/>
              <a:defRPr sz="1400"/>
            </a:lvl3pPr>
            <a:lvl4pPr marL="685800" indent="0">
              <a:buNone/>
              <a:defRPr sz="1400"/>
            </a:lvl4pPr>
            <a:lvl5pPr marL="914400" indent="0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762932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slideLayout" Target="../slideLayouts/slideLayout69.xml"/><Relationship Id="rId70" Type="http://schemas.openxmlformats.org/officeDocument/2006/relationships/slideLayout" Target="../slideLayouts/slideLayout70.xml"/><Relationship Id="rId7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9035" y="110364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E2D2F0CB-8BED-3748-8B15-758A52C2D13F}" type="datetime1">
              <a:rPr lang="en-US" smtClean="0"/>
              <a:pPr/>
              <a:t>10/17/2026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967194" y="110364"/>
            <a:ext cx="5303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 dirty="0"/>
              <a:t>Shaping the future of our industry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27219" y="110364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lnSpc>
                <a:spcPct val="80000"/>
              </a:lnSpc>
              <a:defRPr sz="1000">
                <a:solidFill>
                  <a:schemeClr val="tx1"/>
                </a:solidFill>
                <a:latin typeface="+mn-lt"/>
              </a:defRPr>
            </a:lvl1pPr>
          </a:lstStyle>
          <a:p>
            <a:fld id="{CC057153-B650-4DEB-B370-79DDCFDCE93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653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851" r:id="rId2"/>
    <p:sldLayoutId id="2147483784" r:id="rId3"/>
    <p:sldLayoutId id="2147483785" r:id="rId4"/>
    <p:sldLayoutId id="2147483831" r:id="rId5"/>
    <p:sldLayoutId id="2147483837" r:id="rId6"/>
    <p:sldLayoutId id="2147483852" r:id="rId7"/>
    <p:sldLayoutId id="2147483786" r:id="rId8"/>
    <p:sldLayoutId id="2147483787" r:id="rId9"/>
    <p:sldLayoutId id="2147483788" r:id="rId10"/>
    <p:sldLayoutId id="2147483789" r:id="rId11"/>
    <p:sldLayoutId id="2147483832" r:id="rId12"/>
    <p:sldLayoutId id="2147483835" r:id="rId13"/>
    <p:sldLayoutId id="2147483836" r:id="rId14"/>
    <p:sldLayoutId id="2147483790" r:id="rId15"/>
    <p:sldLayoutId id="2147483838" r:id="rId16"/>
    <p:sldLayoutId id="2147483791" r:id="rId17"/>
    <p:sldLayoutId id="2147483839" r:id="rId18"/>
    <p:sldLayoutId id="2147483792" r:id="rId19"/>
    <p:sldLayoutId id="2147483793" r:id="rId20"/>
    <p:sldLayoutId id="2147483794" r:id="rId21"/>
    <p:sldLayoutId id="2147483795" r:id="rId22"/>
    <p:sldLayoutId id="2147483796" r:id="rId23"/>
    <p:sldLayoutId id="2147483843" r:id="rId24"/>
    <p:sldLayoutId id="2147483833" r:id="rId25"/>
    <p:sldLayoutId id="2147483834" r:id="rId26"/>
    <p:sldLayoutId id="2147483797" r:id="rId27"/>
    <p:sldLayoutId id="2147483798" r:id="rId28"/>
    <p:sldLayoutId id="2147483799" r:id="rId29"/>
    <p:sldLayoutId id="2147483800" r:id="rId30"/>
    <p:sldLayoutId id="2147483801" r:id="rId31"/>
    <p:sldLayoutId id="2147483802" r:id="rId32"/>
    <p:sldLayoutId id="2147483803" r:id="rId33"/>
    <p:sldLayoutId id="2147483804" r:id="rId34"/>
    <p:sldLayoutId id="2147483805" r:id="rId35"/>
    <p:sldLayoutId id="2147483806" r:id="rId36"/>
    <p:sldLayoutId id="2147483807" r:id="rId37"/>
    <p:sldLayoutId id="2147483808" r:id="rId38"/>
    <p:sldLayoutId id="2147483809" r:id="rId39"/>
    <p:sldLayoutId id="2147483810" r:id="rId40"/>
    <p:sldLayoutId id="2147483811" r:id="rId41"/>
    <p:sldLayoutId id="2147483812" r:id="rId42"/>
    <p:sldLayoutId id="2147483813" r:id="rId43"/>
    <p:sldLayoutId id="2147483840" r:id="rId44"/>
    <p:sldLayoutId id="2147483841" r:id="rId45"/>
    <p:sldLayoutId id="2147483842" r:id="rId46"/>
    <p:sldLayoutId id="2147483828" r:id="rId47"/>
    <p:sldLayoutId id="2147483814" r:id="rId48"/>
    <p:sldLayoutId id="2147483815" r:id="rId49"/>
    <p:sldLayoutId id="2147483816" r:id="rId50"/>
    <p:sldLayoutId id="2147483844" r:id="rId51"/>
    <p:sldLayoutId id="2147483845" r:id="rId52"/>
    <p:sldLayoutId id="2147483846" r:id="rId53"/>
    <p:sldLayoutId id="2147483817" r:id="rId54"/>
    <p:sldLayoutId id="2147483818" r:id="rId55"/>
    <p:sldLayoutId id="2147483819" r:id="rId56"/>
    <p:sldLayoutId id="2147483820" r:id="rId57"/>
    <p:sldLayoutId id="2147483821" r:id="rId58"/>
    <p:sldLayoutId id="2147483822" r:id="rId59"/>
    <p:sldLayoutId id="2147483847" r:id="rId60"/>
    <p:sldLayoutId id="2147483848" r:id="rId61"/>
    <p:sldLayoutId id="2147483823" r:id="rId62"/>
    <p:sldLayoutId id="2147483824" r:id="rId63"/>
    <p:sldLayoutId id="2147483825" r:id="rId64"/>
    <p:sldLayoutId id="2147483826" r:id="rId65"/>
    <p:sldLayoutId id="2147483827" r:id="rId66"/>
    <p:sldLayoutId id="2147483850" r:id="rId67"/>
    <p:sldLayoutId id="2147483829" r:id="rId68"/>
    <p:sldLayoutId id="2147483830" r:id="rId69"/>
    <p:sldLayoutId id="2147483849" r:id="rId70"/>
  </p:sldLayoutIdLst>
  <p:hf hdr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600" b="0" i="0" kern="1200" spc="-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80000"/>
        </a:lnSpc>
        <a:spcBef>
          <a:spcPts val="1000"/>
        </a:spcBef>
        <a:buFont typeface="Arial" panose="020B0604020202020204" pitchFamily="34" charset="0"/>
        <a:buNone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160">
          <p15:clr>
            <a:srgbClr val="F26B43"/>
          </p15:clr>
        </p15:guide>
        <p15:guide id="6" pos="3840">
          <p15:clr>
            <a:srgbClr val="F26B43"/>
          </p15:clr>
        </p15:guide>
      </p15:sldGuideLst>
    </p:ext>
  </p:extLst>
</p:sldMaster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276B15-A4D5-FFC2-AE89-45E8AE6FA5D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9035" y="110364"/>
            <a:ext cx="3494314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1F84BEA7-95DA-A14C-BB92-A0ACB886C621}" type="datetime1">
              <a:rPr lang="en-US" smtClean="0"/>
              <a:pPr>
                <a:spcAft>
                  <a:spcPts val="600"/>
                </a:spcAft>
              </a:pPr>
              <a:t>10/19/2026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FAE89-840D-93E2-7D09-E19BA698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27219" y="110364"/>
            <a:ext cx="429207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CC057153-B650-4DEB-B370-79DDCFDCE934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44EBFACD-6414-47C6-7806-92EA476F0A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612648" y="-1133856"/>
            <a:ext cx="10652760" cy="1133856"/>
          </a:xfrm>
        </p:spPr>
        <p:txBody>
          <a:bodyPr>
            <a:normAutofit/>
          </a:bodyPr>
          <a:lstStyle/>
          <a:p>
            <a:r>
              <a:rPr lang="en-US" sz="1400"/>
              <a:t>Quote</a:t>
            </a: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E3C3BBAC-C99C-AF4A-44AC-FEF861BC8EBA}"/>
              </a:ext>
            </a:extLst>
          </p:cNvPr>
          <p:cNvGrpSpPr/>
          <p:nvPr/>
        </p:nvGrpSpPr>
        <p:grpSpPr>
          <a:xfrm>
            <a:off x="347225" y="685795"/>
            <a:ext cx="10524991" cy="587067"/>
            <a:chOff x="347225" y="685795"/>
            <a:chExt cx="10524991" cy="58706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07634400-8CFD-D643-2E0B-72A4487841A9}"/>
                </a:ext>
              </a:extLst>
            </p:cNvPr>
            <p:cNvSpPr txBox="1"/>
            <p:nvPr/>
          </p:nvSpPr>
          <p:spPr>
            <a:xfrm>
              <a:off x="347225" y="688087"/>
              <a:ext cx="10524991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Sales/</a:t>
              </a:r>
              <a:endParaRPr lang="en-ID" sz="3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27AF5FE4-A01D-D515-E40B-38F7DC149439}"/>
                </a:ext>
              </a:extLst>
            </p:cNvPr>
            <p:cNvSpPr txBox="1"/>
            <p:nvPr/>
          </p:nvSpPr>
          <p:spPr>
            <a:xfrm>
              <a:off x="6814687" y="685795"/>
              <a:ext cx="2862713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1600" b="1" dirty="0"/>
                <a:t>What happens after the PO comes in?</a:t>
              </a:r>
              <a:br>
                <a:rPr lang="en-US" sz="1600" b="1" dirty="0"/>
              </a:br>
              <a:endParaRPr lang="en-ID" sz="1600" b="1" dirty="0"/>
            </a:p>
          </p:txBody>
        </p:sp>
      </p:grp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65CDC68-7532-D4C9-6F20-CA25B11A8859}"/>
              </a:ext>
            </a:extLst>
          </p:cNvPr>
          <p:cNvCxnSpPr/>
          <p:nvPr/>
        </p:nvCxnSpPr>
        <p:spPr>
          <a:xfrm>
            <a:off x="347225" y="1324234"/>
            <a:ext cx="11493699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4A85E9F8-C714-F494-8359-A03B624E283F}"/>
              </a:ext>
            </a:extLst>
          </p:cNvPr>
          <p:cNvGraphicFramePr>
            <a:graphicFrameLocks noGrp="1"/>
          </p:cNvGraphicFramePr>
          <p:nvPr/>
        </p:nvGraphicFramePr>
        <p:xfrm>
          <a:off x="347225" y="1325428"/>
          <a:ext cx="11493699" cy="82296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1493699">
                  <a:extLst>
                    <a:ext uri="{9D8B030D-6E8A-4147-A177-3AD203B41FA5}">
                      <a16:colId xmlns:a16="http://schemas.microsoft.com/office/drawing/2014/main" val="2460861883"/>
                    </a:ext>
                  </a:extLst>
                </a:gridCol>
              </a:tblGrid>
              <a:tr h="18717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 err="1"/>
                        <a:t>After the PO, I lock the order details, follow production and push billing to invoice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747648323"/>
                  </a:ext>
                </a:extLst>
              </a:tr>
              <a:tr h="297910">
                <a:tc>
                  <a:txBody>
                    <a:bodyPr/>
                    <a:lstStyle/>
                    <a:p>
                      <a:pPr algn="l"/>
                      <a: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  <a:t>From Close Won to invoice, so the unit reaches the customer on the agreed RFD.</a:t>
                      </a:r>
                      <a:br>
                        <a:rPr lang="en-US" sz="1200" b="0" dirty="0">
                          <a:solidFill>
                            <a:srgbClr val="000000"/>
                          </a:solidFill>
                          <a:latin typeface="+mn-lt"/>
                        </a:rPr>
                      </a:br>
                      <a:endParaRPr lang="en-US" sz="1200" b="0" dirty="0">
                        <a:solidFill>
                          <a:srgbClr val="000000"/>
                        </a:solidFill>
                        <a:latin typeface="+mn-lt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258439477"/>
                  </a:ext>
                </a:extLst>
              </a:tr>
            </a:tbl>
          </a:graphicData>
        </a:graphic>
      </p:graphicFrame>
      <p:sp>
        <p:nvSpPr>
          <p:cNvPr id="36" name="Pentagon 35"/>
          <p:cNvSpPr/>
          <p:nvPr/>
        </p:nvSpPr>
        <p:spPr>
          <a:xfrm>
            <a:off x="342900" y="2114550"/>
            <a:ext cx="3752850" cy="285750"/>
          </a:xfrm>
          <a:prstGeom prst="homePlate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1. Close Won → CPO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81000" y="2495550"/>
            <a:ext cx="367665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PO, preliminary drawing and PJB checked in CRM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QFD requested from UTE; special requests and painting style collected from the Business Consultant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RFD date in the QFD becomes the due date of the PO Interco</a:t>
            </a:r>
          </a:p>
        </p:txBody>
      </p:sp>
      <p:sp>
        <p:nvSpPr>
          <p:cNvPr id="38" name="Chevron 37"/>
          <p:cNvSpPr/>
          <p:nvPr/>
        </p:nvSpPr>
        <p:spPr>
          <a:xfrm>
            <a:off x="4210050" y="2114550"/>
            <a:ext cx="3752850" cy="285750"/>
          </a:xfrm>
          <a:prstGeom prst="chevron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2. Production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48150" y="2495550"/>
            <a:ext cx="367665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Production followed regularly: plant visits or photos from Nandu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QFD plan compared with actual production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Issues that put the RFD at risk escalated early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Painting style requested at least one month before RFD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Customer FAT joined with the Business Consultant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10050" y="3733800"/>
            <a:ext cx="1847850" cy="1295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1" name="Picture 40" descr="sc5_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3733800"/>
            <a:ext cx="971550" cy="12954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2" name="Rectangle 41"/>
          <p:cNvSpPr/>
          <p:nvPr/>
        </p:nvSpPr>
        <p:spPr>
          <a:xfrm>
            <a:off x="6115050" y="3733800"/>
            <a:ext cx="1847850" cy="1295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3" name="Picture 42" descr="sc5_7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1682" y="3733800"/>
            <a:ext cx="974586" cy="12954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4" name="Rectangle 43"/>
          <p:cNvSpPr/>
          <p:nvPr/>
        </p:nvSpPr>
        <p:spPr>
          <a:xfrm>
            <a:off x="4210050" y="5086350"/>
            <a:ext cx="1847850" cy="1295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sc5_7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46682" y="5086350"/>
            <a:ext cx="974586" cy="12954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6" name="Rectangle 45"/>
          <p:cNvSpPr/>
          <p:nvPr/>
        </p:nvSpPr>
        <p:spPr>
          <a:xfrm>
            <a:off x="6115050" y="5086350"/>
            <a:ext cx="1847850" cy="12954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7" name="Picture 46" descr="sc5_7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1682" y="5086350"/>
            <a:ext cx="974586" cy="12954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48" name="Chevron 47"/>
          <p:cNvSpPr/>
          <p:nvPr/>
        </p:nvSpPr>
        <p:spPr>
          <a:xfrm>
            <a:off x="8077200" y="2114550"/>
            <a:ext cx="3752850" cy="285750"/>
          </a:xfrm>
          <a:prstGeom prst="chevron">
            <a:avLst/>
          </a:prstGeom>
          <a:solidFill>
            <a:srgbClr val="1E9E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Neue Haas Grotesk Text Pro"/>
              </a:rPr>
              <a:t>3. Billing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15300" y="2495550"/>
            <a:ext cx="3676650" cy="1066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Weekly billing tracker per unit, up to BAST and invoice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Monthly report: target, carry over, additional, actual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PICA on carry-over units: cause and corrective action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000000"/>
                </a:solidFill>
                <a:latin typeface="Neue Haas Grotesk Text Pro"/>
              </a:rPr>
              <a:t>• Blockages escalated until the invoice goes out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077200" y="3771900"/>
            <a:ext cx="3752850" cy="15621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1" name="Picture 50" descr="s4_a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5092" y="3771900"/>
            <a:ext cx="2777067" cy="15621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2" name="Rectangle 51"/>
          <p:cNvSpPr/>
          <p:nvPr/>
        </p:nvSpPr>
        <p:spPr>
          <a:xfrm>
            <a:off x="8077200" y="5391150"/>
            <a:ext cx="3752850" cy="990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3" name="Picture 52" descr="s4_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96690" y="5391150"/>
            <a:ext cx="3113870" cy="990600"/>
          </a:xfrm>
          <a:prstGeom prst="rect">
            <a:avLst/>
          </a:prstGeom>
          <a:ln w="6350">
            <a:solidFill>
              <a:srgbClr val="D9D9D9"/>
            </a:solidFill>
          </a:ln>
        </p:spPr>
      </p:pic>
      <p:sp>
        <p:nvSpPr>
          <p:cNvPr id="54" name="Rectangle 53"/>
          <p:cNvSpPr/>
          <p:nvPr/>
        </p:nvSpPr>
        <p:spPr>
          <a:xfrm>
            <a:off x="342900" y="4781550"/>
            <a:ext cx="3752850" cy="1600200"/>
          </a:xfrm>
          <a:prstGeom prst="rect">
            <a:avLst/>
          </a:prstGeom>
          <a:noFill/>
          <a:ln w="12700">
            <a:solidFill>
              <a:srgbClr val="9E9E9E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38150" y="4695825"/>
            <a:ext cx="438150" cy="171450"/>
          </a:xfrm>
          <a:prstGeom prst="rect">
            <a:avLst/>
          </a:prstGeom>
          <a:solidFill>
            <a:srgbClr val="6B6B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900" b="1">
                <a:solidFill>
                  <a:srgbClr val="FFFFFF"/>
                </a:solidFill>
                <a:latin typeface="Neue Haas Grotesk Text Pro"/>
              </a:rPr>
              <a:t>FYI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495300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E9E57"/>
                </a:solidFill>
                <a:latin typeface="Neue Haas Grotesk Text Pro"/>
              </a:rPr>
              <a:t>CLOSE WON APPROVAL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57200" y="5124450"/>
            <a:ext cx="174307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" rIns="19050" tIns="0" bIns="0"/>
          <a:lstStyle/>
          <a:p>
            <a:pPr algn="ctr"/>
            <a:r>
              <a:rPr sz="850">
                <a:solidFill>
                  <a:srgbClr val="000000"/>
                </a:solidFill>
                <a:latin typeface="Neue Haas Grotesk Text Pro"/>
              </a:rPr>
              <a:t>Sales Manager</a:t>
            </a:r>
          </a:p>
        </p:txBody>
      </p:sp>
      <p:sp>
        <p:nvSpPr>
          <p:cNvPr id="58" name="Rectangle 57"/>
          <p:cNvSpPr/>
          <p:nvPr/>
        </p:nvSpPr>
        <p:spPr>
          <a:xfrm>
            <a:off x="2238375" y="5124450"/>
            <a:ext cx="174307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" rIns="19050" tIns="0" bIns="0"/>
          <a:lstStyle/>
          <a:p>
            <a:pPr algn="ctr"/>
            <a:r>
              <a:rPr sz="850">
                <a:solidFill>
                  <a:srgbClr val="000000"/>
                </a:solidFill>
                <a:latin typeface="Neue Haas Grotesk Text Pro"/>
              </a:rPr>
              <a:t>→ Marketing Associate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457200" y="5372100"/>
            <a:ext cx="174307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" rIns="19050" tIns="0" bIns="0"/>
          <a:lstStyle/>
          <a:p>
            <a:pPr algn="ctr"/>
            <a:r>
              <a:rPr sz="850">
                <a:solidFill>
                  <a:srgbClr val="000000"/>
                </a:solidFill>
                <a:latin typeface="Neue Haas Grotesk Text Pro"/>
              </a:rPr>
              <a:t>→ Marketing Manager</a:t>
            </a:r>
          </a:p>
        </p:txBody>
      </p:sp>
      <p:sp>
        <p:nvSpPr>
          <p:cNvPr id="60" name="Rectangle 59"/>
          <p:cNvSpPr/>
          <p:nvPr/>
        </p:nvSpPr>
        <p:spPr>
          <a:xfrm>
            <a:off x="2238375" y="5372100"/>
            <a:ext cx="1743075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" rIns="19050" tIns="0" bIns="0"/>
          <a:lstStyle/>
          <a:p>
            <a:pPr algn="ctr"/>
            <a:r>
              <a:rPr sz="850">
                <a:solidFill>
                  <a:srgbClr val="000000"/>
                </a:solidFill>
                <a:latin typeface="Neue Haas Grotesk Text Pro"/>
              </a:rPr>
              <a:t>→ GM Marketing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5734050"/>
            <a:ext cx="35242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950" b="1">
                <a:solidFill>
                  <a:srgbClr val="1E9E57"/>
                </a:solidFill>
                <a:latin typeface="Neue Haas Grotesk Text Pro"/>
              </a:rPr>
              <a:t>PO INTERCO APPROVAL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905500"/>
            <a:ext cx="1149350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" rIns="19050" tIns="0" bIns="0"/>
          <a:lstStyle/>
          <a:p>
            <a:pPr algn="ctr"/>
            <a:r>
              <a:rPr sz="850">
                <a:solidFill>
                  <a:srgbClr val="000000"/>
                </a:solidFill>
                <a:latin typeface="Neue Haas Grotesk Text Pro"/>
              </a:rPr>
              <a:t>Marketing Manager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644650" y="5905500"/>
            <a:ext cx="1149350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" rIns="19050" tIns="0" bIns="0"/>
          <a:lstStyle/>
          <a:p>
            <a:pPr algn="ctr"/>
            <a:r>
              <a:rPr sz="850">
                <a:solidFill>
                  <a:srgbClr val="000000"/>
                </a:solidFill>
                <a:latin typeface="Neue Haas Grotesk Text Pro"/>
              </a:rPr>
              <a:t>→ GM Marketing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832100" y="5905500"/>
            <a:ext cx="1149350" cy="20955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9050" rIns="19050" tIns="0" bIns="0"/>
          <a:lstStyle/>
          <a:p>
            <a:pPr algn="ctr"/>
            <a:r>
              <a:rPr sz="850">
                <a:solidFill>
                  <a:srgbClr val="000000"/>
                </a:solidFill>
                <a:latin typeface="Neue Haas Grotesk Text Pro"/>
              </a:rPr>
              <a:t>→ Marketing Director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342900" y="6457950"/>
            <a:ext cx="11487150" cy="13335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700" b="0">
                <a:solidFill>
                  <a:srgbClr val="6B6B6B"/>
                </a:solidFill>
                <a:latin typeface="Neue Haas Grotesk Text Pro"/>
              </a:rPr>
              <a:t>Photos: unit production at the UTE plant; billing report with PICA, and weekly billing tracker.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outhwestern">
  <a:themeElements>
    <a:clrScheme name="Southwestern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A8BABF"/>
      </a:accent1>
      <a:accent2>
        <a:srgbClr val="C16A38"/>
      </a:accent2>
      <a:accent3>
        <a:srgbClr val="7B441F"/>
      </a:accent3>
      <a:accent4>
        <a:srgbClr val="DAC68B"/>
      </a:accent4>
      <a:accent5>
        <a:srgbClr val="B6BAA5"/>
      </a:accent5>
      <a:accent6>
        <a:srgbClr val="716C34"/>
      </a:accent6>
      <a:hlink>
        <a:srgbClr val="467886"/>
      </a:hlink>
      <a:folHlink>
        <a:srgbClr val="96607D"/>
      </a:folHlink>
    </a:clrScheme>
    <a:fontScheme name="Custom 13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outhwestern_Keynote_Presentation_win32_EF_v7" id="{CB75C61E-D0AA-411C-8CCB-350C46B2B4C2}" vid="{3FF803ED-F19F-4AA8-A921-9EC284451F8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0926D80-E9CD-42FE-82F3-4ECE08066669}">
  <we:reference id="WA200011549" version="1.0.0.0" store="Omex" storeType="OMEX"/>
  <we:alternateReferences>
    <we:reference id="WA200011549" version="1.0.0.0" store="WA200011549" storeType="OMEX"/>
  </we:alternateReferences>
  <we:properties/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076F8FCD-0A1F-4F6A-8F55-15E9E87E2E4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3A9C388-2C06-4AF2-857C-74055069A2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F782DA7-86C0-4A84-A860-11A1E6E3FB6B}">
  <ds:schemaRefs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schemas.microsoft.com/sharepoint/v3"/>
    <ds:schemaRef ds:uri="http://schemas.microsoft.com/office/2006/documentManagement/types"/>
    <ds:schemaRef ds:uri="http://schemas.microsoft.com/office/infopath/2007/PartnerControls"/>
    <ds:schemaRef ds:uri="230e9df3-be65-4c73-a93b-d1236ebd677e"/>
    <ds:schemaRef ds:uri="16c05727-aa75-4e4a-9b5f-8a80a1165891"/>
    <ds:schemaRef ds:uri="71af3243-3dd4-4a8d-8c0d-dd76da1f02a5"/>
    <ds:schemaRef ds:uri="http://schemas.microsoft.com/office/2006/metadata/propertie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Axis</Template>
  <TotalTime>4491</TotalTime>
  <Words>2771</Words>
  <Application>Microsoft Office PowerPoint</Application>
  <PresentationFormat>Widescreen</PresentationFormat>
  <Paragraphs>574</Paragraphs>
  <Slides>14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Arial</vt:lpstr>
      <vt:lpstr>Neue Haas Grotesk Text Pro</vt:lpstr>
      <vt:lpstr>Neue Haas Grotesk Text Pro (Body)</vt:lpstr>
      <vt:lpstr>Southwestern</vt:lpstr>
      <vt:lpstr>New Employee Development Program</vt:lpstr>
      <vt:lpstr>My Education &amp; Working Experience</vt:lpstr>
      <vt:lpstr>PowerPoint Presentation</vt:lpstr>
      <vt:lpstr>PowerPoint Presentation</vt:lpstr>
      <vt:lpstr>Quote</vt:lpstr>
      <vt:lpstr>Quote</vt:lpstr>
      <vt:lpstr>Marketing Strategic 2 Associate</vt:lpstr>
      <vt:lpstr>PowerPoint Presentation</vt:lpstr>
      <vt:lpstr>PowerPoint Presentation</vt:lpstr>
      <vt:lpstr>PowerPoint Presentation</vt:lpstr>
      <vt:lpstr>Quote</vt:lpstr>
      <vt:lpstr>Quote</vt:lpstr>
      <vt:lpstr>Quote</vt:lpstr>
      <vt:lpstr>Quote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TIBERIAS KRISGAHARU SIMU - TRIATRA</dc:creator>
  <cp:lastModifiedBy>TIBERIAS KRISGAHARU SIMU - TRIATRA</cp:lastModifiedBy>
  <cp:revision>5</cp:revision>
  <dcterms:created xsi:type="dcterms:W3CDTF">2026-10-16T02:49:26Z</dcterms:created>
  <dcterms:modified xsi:type="dcterms:W3CDTF">2026-10-19T05:44:41Z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