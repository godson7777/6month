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4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2" r:id="rId4"/>
  </p:sldMasterIdLst>
  <p:notesMasterIdLst>
    <p:notesMasterId r:id="rId19"/>
  </p:notesMasterIdLst>
  <p:handoutMasterIdLst>
    <p:handoutMasterId r:id="rId20"/>
  </p:handoutMasterIdLst>
  <p:sldIdLst>
    <p:sldId id="155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A54F"/>
    <a:srgbClr val="FFFF00"/>
    <a:srgbClr val="FFFFFF"/>
    <a:srgbClr val="0A7F3F"/>
    <a:srgbClr val="076932"/>
    <a:srgbClr val="A8BA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32" autoAdjust="0"/>
    <p:restoredTop sz="93917" autoAdjust="0"/>
  </p:normalViewPr>
  <p:slideViewPr>
    <p:cSldViewPr snapToGrid="0">
      <p:cViewPr>
        <p:scale>
          <a:sx n="66" d="100"/>
          <a:sy n="66" d="100"/>
        </p:scale>
        <p:origin x="608" y="4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816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20" Type="http://schemas.openxmlformats.org/officeDocument/2006/relationships/handoutMaster" Target="handoutMasters/handout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10/17/2026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10/17/2026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6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6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6.sv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6.sv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6053823"/>
            <a:ext cx="11460480" cy="786384"/>
          </a:xfrm>
        </p:spPr>
        <p:txBody>
          <a:bodyPr anchor="b">
            <a:no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" y="5196840"/>
            <a:ext cx="11460480" cy="480373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9" cy="498642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45554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548640"/>
            <a:ext cx="10653578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18F38-94AC-4B28-B69B-662CDAB3677F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" y="1715532"/>
            <a:ext cx="10653579" cy="4593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5298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86977" y="1129554"/>
            <a:ext cx="4361688" cy="3475236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86978" y="4731335"/>
            <a:ext cx="4206240" cy="1184585"/>
          </a:xfrm>
        </p:spPr>
        <p:txBody>
          <a:bodyPr anchor="t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58495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86976" y="109728"/>
            <a:ext cx="48463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86976" y="6413862"/>
            <a:ext cx="170762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933312F-AC95-D44A-86BE-9B23199F2210}" type="datetime1">
              <a:rPr lang="en-US" smtClean="0"/>
              <a:t>10/17/2026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60280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188460"/>
            <a:ext cx="4654296" cy="3739896"/>
          </a:xfrm>
        </p:spPr>
        <p:txBody>
          <a:bodyPr anchor="t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38467" y="6400800"/>
            <a:ext cx="1645920" cy="365125"/>
          </a:xfrm>
        </p:spPr>
        <p:txBody>
          <a:bodyPr/>
          <a:lstStyle/>
          <a:p>
            <a:fld id="{9E7AF92B-C70E-0A4E-9DBE-C675E0E5CFF8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088937" y="6400800"/>
            <a:ext cx="265176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5017575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96128" y="0"/>
            <a:ext cx="659587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89437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5032197"/>
            <a:ext cx="10683240" cy="1814597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582" y="4184423"/>
            <a:ext cx="5086118" cy="480373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C58F7861-05FC-CC70-0C94-F3BAE39E54E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000500"/>
          </a:xfrm>
          <a:blipFill dpi="0" rotWithShape="1">
            <a:blip r:embed="rId2">
              <a:alphaModFix amt="60000"/>
            </a:blip>
            <a:srcRect/>
            <a:stretch>
              <a:fillRect t="-218" b="218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4CFF3B0-895D-60C4-CB96-5BF3CBA345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56289" y="5753627"/>
            <a:ext cx="1005840" cy="1005840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382207" y="4184423"/>
            <a:ext cx="3494314" cy="480373"/>
          </a:xfrm>
        </p:spPr>
        <p:txBody>
          <a:bodyPr anchor="t" anchorCtr="0"/>
          <a:lstStyle>
            <a:lvl1pPr>
              <a:lnSpc>
                <a:spcPct val="80000"/>
              </a:lnSpc>
              <a:spcBef>
                <a:spcPts val="0"/>
              </a:spcBef>
              <a:defRPr sz="1400"/>
            </a:lvl1pPr>
          </a:lstStyle>
          <a:p>
            <a:fld id="{423BBD13-E5F0-B14F-99A7-57ED6A0268A1}" type="datetime1">
              <a:rPr lang="en-US" smtClean="0"/>
              <a:t>10/17/2026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22444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7" y="5660571"/>
            <a:ext cx="9144000" cy="1196890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28217C9D-487D-9CA3-0848-36BD988611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01200" y="5942862"/>
            <a:ext cx="2471058" cy="773624"/>
          </a:xfrm>
        </p:spPr>
        <p:txBody>
          <a:bodyPr anchor="b" anchorCtr="0">
            <a:normAutofit/>
          </a:bodyPr>
          <a:lstStyle>
            <a:lvl1pPr marL="0" indent="0" algn="r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9BEE065B-EAB0-79D1-48A3-D7807B360D3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1999" cy="542544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00897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and D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5032197"/>
            <a:ext cx="10683240" cy="1814597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582" y="4184423"/>
            <a:ext cx="5086118" cy="480373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C58F7861-05FC-CC70-0C94-F3BAE39E54E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000500"/>
          </a:xfrm>
          <a:blipFill dpi="0" rotWithShape="1">
            <a:blip r:embed="rId2">
              <a:alphaModFix amt="60000"/>
            </a:blip>
            <a:srcRect/>
            <a:stretch>
              <a:fillRect t="-218" b="218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4CFF3B0-895D-60C4-CB96-5BF3CBA345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56289" y="5753627"/>
            <a:ext cx="1005840" cy="1005840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1837CCC-4341-C0BA-0887-EAECDEF9BF3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381981" y="4184423"/>
            <a:ext cx="3494314" cy="4803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288764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1098361"/>
            <a:ext cx="7478991" cy="3635797"/>
          </a:xfrm>
        </p:spPr>
        <p:txBody>
          <a:bodyPr anchor="t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" y="5173140"/>
            <a:ext cx="6655522" cy="1545336"/>
          </a:xfrm>
        </p:spPr>
        <p:txBody>
          <a:bodyPr anchor="b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51B69-C3BF-944C-A529-BF23B9B0354A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67089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" y="1091983"/>
            <a:ext cx="7876287" cy="3592629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854" y="4854882"/>
            <a:ext cx="7375466" cy="1014984"/>
          </a:xfrm>
        </p:spPr>
        <p:txBody>
          <a:bodyPr anchor="t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20807-064A-8E4B-A41C-02C9BA5FCC44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09795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318302"/>
            <a:ext cx="8229600" cy="2621154"/>
          </a:xfrm>
        </p:spPr>
        <p:txBody>
          <a:bodyPr anchor="b">
            <a:normAutofit/>
          </a:bodyPr>
          <a:lstStyle>
            <a:lvl1pPr algn="ctr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039647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DB571-2B24-BA4A-9049-EA4215FD67DE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26222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2269717"/>
            <a:ext cx="7772400" cy="4572000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5490DB-50BD-D824-9EFB-8092161606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" y="548640"/>
            <a:ext cx="7772400" cy="59436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71780-7FBB-3748-B88F-20A74E2E1CB6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231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114301"/>
            <a:ext cx="7315200" cy="2671562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C58F7861-05FC-CC70-0C94-F3BAE39E54E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2857500"/>
            <a:ext cx="12192000" cy="4000500"/>
          </a:xfrm>
          <a:blipFill dpi="0" rotWithShape="1">
            <a:blip r:embed="rId2">
              <a:alphaModFix amt="60000"/>
            </a:blip>
            <a:srcRect/>
            <a:stretch>
              <a:fillRect t="-218" r="-2" b="218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967DE8C-DF56-7404-15E7-77E150B1B4A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42466" y="224984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389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83445" y="1212574"/>
            <a:ext cx="5895374" cy="5644887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5321358E-4EAF-C9BD-ABF7-5C2164D213A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589537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0168F88-6A7F-7AA8-0B4A-2A06A58A6B7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42466" y="224984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5963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1181489"/>
            <a:ext cx="5895374" cy="5675972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D7213002-AAC9-0545-0DF3-75872C41FB9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96626" y="0"/>
            <a:ext cx="589537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E9C5FDC-0407-40A7-D7F3-BE000CB61B4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81512" y="224984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45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963908"/>
            <a:ext cx="8467558" cy="1554480"/>
          </a:xfrm>
        </p:spPr>
        <p:txBody>
          <a:bodyPr anchor="b"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568C9-D9B3-454D-85A6-8B9AADDA32A1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35854" y="2633660"/>
            <a:ext cx="8467558" cy="3689909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/>
            </a:lvl1pPr>
            <a:lvl2pPr marL="228600" indent="0">
              <a:buFont typeface="+mj-lt"/>
              <a:buNone/>
              <a:defRPr sz="1400"/>
            </a:lvl2pPr>
            <a:lvl3pPr marL="457200" indent="0">
              <a:buFont typeface="+mj-lt"/>
              <a:buNone/>
              <a:defRPr sz="1400"/>
            </a:lvl3pPr>
            <a:lvl4pPr marL="685800" indent="0">
              <a:buFont typeface="+mj-lt"/>
              <a:buNone/>
              <a:defRPr sz="1400"/>
            </a:lvl4pPr>
            <a:lvl5pPr marL="914400" indent="0">
              <a:buFont typeface="+mj-lt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54361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13474"/>
            <a:ext cx="5986272" cy="1554480"/>
          </a:xfrm>
        </p:spPr>
        <p:txBody>
          <a:bodyPr anchor="b"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44383" y="109728"/>
            <a:ext cx="384048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44384" y="2755579"/>
            <a:ext cx="4412042" cy="4023360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/>
            </a:lvl1pPr>
            <a:lvl2pPr marL="228600" indent="0">
              <a:buFont typeface="+mj-lt"/>
              <a:buNone/>
              <a:defRPr sz="1400"/>
            </a:lvl2pPr>
            <a:lvl3pPr marL="457200" indent="0">
              <a:buFont typeface="+mj-lt"/>
              <a:buNone/>
              <a:defRPr sz="1400"/>
            </a:lvl3pPr>
            <a:lvl4pPr marL="685800" indent="0">
              <a:buFont typeface="+mj-lt"/>
              <a:buNone/>
              <a:defRPr sz="1400"/>
            </a:lvl4pPr>
            <a:lvl5pPr marL="914400" indent="0">
              <a:buFont typeface="+mj-lt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F6704D6-1542-E251-88DF-906BEE80B51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0461" y="5902452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4360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4711" y="1161288"/>
            <a:ext cx="4663440" cy="1554480"/>
          </a:xfrm>
        </p:spPr>
        <p:txBody>
          <a:bodyPr anchor="b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609904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34710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34711" y="2825496"/>
            <a:ext cx="4663440" cy="3337560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/>
            </a:lvl1pPr>
            <a:lvl2pPr marL="228600" indent="0">
              <a:buFont typeface="+mj-lt"/>
              <a:buNone/>
              <a:defRPr sz="1400"/>
            </a:lvl2pPr>
            <a:lvl3pPr marL="457200" indent="0">
              <a:buFont typeface="+mj-lt"/>
              <a:buNone/>
              <a:defRPr sz="1400"/>
            </a:lvl3pPr>
            <a:lvl4pPr marL="685800" indent="0">
              <a:buFont typeface="+mj-lt"/>
              <a:buNone/>
              <a:defRPr sz="1400"/>
            </a:lvl4pPr>
            <a:lvl5pPr>
              <a:buFont typeface="+mj-lt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34710" y="6400800"/>
            <a:ext cx="1996689" cy="365125"/>
          </a:xfrm>
        </p:spPr>
        <p:txBody>
          <a:bodyPr/>
          <a:lstStyle/>
          <a:p>
            <a:fld id="{186EAB84-8B9F-BB45-859A-B8723199B1EA}" type="datetime1">
              <a:rPr lang="en-US" smtClean="0"/>
              <a:t>10/17/2026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28821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" y="182881"/>
            <a:ext cx="7430044" cy="3246120"/>
          </a:xfrm>
        </p:spPr>
        <p:txBody>
          <a:bodyPr anchor="t" anchorCtr="0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18788" y="3611882"/>
            <a:ext cx="4120983" cy="3063237"/>
          </a:xfrm>
        </p:spPr>
        <p:txBody>
          <a:bodyPr anchor="b" anchorCtr="0">
            <a:normAutofit/>
          </a:bodyPr>
          <a:lstStyle>
            <a:lvl1pPr marL="0" indent="0" algn="r">
              <a:buFont typeface="+mj-lt"/>
              <a:buNone/>
              <a:defRPr sz="1400"/>
            </a:lvl1pPr>
            <a:lvl2pPr marL="228600" indent="0" algn="r">
              <a:buFont typeface="+mj-lt"/>
              <a:buNone/>
              <a:defRPr sz="1400"/>
            </a:lvl2pPr>
            <a:lvl3pPr marL="457200" indent="0" algn="r">
              <a:buFont typeface="+mj-lt"/>
              <a:buNone/>
              <a:defRPr sz="1400"/>
            </a:lvl3pPr>
            <a:lvl4pPr marL="685800" indent="0" algn="r">
              <a:buFont typeface="+mj-lt"/>
              <a:buNone/>
              <a:defRPr sz="1400"/>
            </a:lvl4pPr>
            <a:lvl5pPr algn="r">
              <a:buFont typeface="+mj-lt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83495" y="109728"/>
            <a:ext cx="384048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7452E47-6DDB-EA53-7FB9-2BA726EB77D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805394" y="886048"/>
            <a:ext cx="4120983" cy="5719034"/>
          </a:xfrm>
          <a:blipFill dpi="0" rotWithShape="1">
            <a:blip r:embed="rId2">
              <a:alphaModFix amt="60000"/>
            </a:blip>
            <a:srcRect/>
            <a:stretch>
              <a:fillRect t="-46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DD6C4CC-D005-CA0E-11C2-EC0EC7277C3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0461" y="5902452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63097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2385975"/>
            <a:ext cx="4325112" cy="2454796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B9051D-F4ED-4EE6-2F1F-2E67035938D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B0A124A-E73E-874D-AA4C-7EC16078588E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B560304-B220-9740-0823-17F13E1DFD7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D8939A-F7AC-2C38-E1F0-99EA290DC60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67195" y="2386584"/>
            <a:ext cx="4325112" cy="2459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90407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2258568"/>
            <a:ext cx="3813048" cy="3557016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A6E205-DD57-FBC4-5DED-E99550EF416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A480AC4-DAB6-D74A-AC36-6669282A20D3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4B512B-D856-A4D7-B029-66A5D5390F5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519738" y="110364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60A97A-5A12-4677-BCBD-51459685557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958042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1537853"/>
            <a:ext cx="4145582" cy="4638825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01A47F-D821-7876-3381-2937FE3E547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A3531C4-A97A-4D42-9B1F-1AD72B1B6772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CC02357-BEAA-E8CA-E970-6C1EFE4BC11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519737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79E63C-8932-DE7E-9CD9-7BDEC967CCF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538288"/>
            <a:ext cx="5681662" cy="4818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3328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877456"/>
            <a:ext cx="4142232" cy="4940661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790955-8D95-9784-B4EA-C7C09D75A0B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AAE0B33F-6CFB-4143-B242-11B4795772AE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0F7A256-B5DD-AEAE-EEC2-A058A7A3A1C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522912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95F3F2-351A-F793-9D92-1C0F2F54D0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2913" y="877456"/>
            <a:ext cx="6159500" cy="53908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472785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903249"/>
            <a:ext cx="3494314" cy="5719639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9A45F9-D752-7EB2-0FD4-546577BB91A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99F4F94-C660-894A-AD11-4D48451EE4A9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AB751DE-CFA1-0605-E728-7DD2ABD975A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504267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40E780-F825-EA94-5452-0063FF7357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903249"/>
            <a:ext cx="7315200" cy="5806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27042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91669"/>
            <a:ext cx="11946698" cy="1463040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0" y="2103120"/>
            <a:ext cx="9038906" cy="40611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9A45F9-D752-7EB2-0FD4-546577BB91A5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39035" y="6400800"/>
            <a:ext cx="2103120" cy="365125"/>
          </a:xfrm>
        </p:spPr>
        <p:txBody>
          <a:bodyPr/>
          <a:lstStyle/>
          <a:p>
            <a:fld id="{B3357DF9-7077-594C-A5D7-CD1BEEE572C7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AB751DE-CFA1-0605-E728-7DD2ABD975A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017519" y="6400800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40E780-F825-EA94-5452-0063FF7357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627219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886320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77728"/>
            <a:ext cx="7424413" cy="1925391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" y="2103120"/>
            <a:ext cx="10653579" cy="4593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8287D3-A6CF-2D6B-CFA8-43427B98AF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9035" y="6400800"/>
            <a:ext cx="3494314" cy="365125"/>
          </a:xfrm>
        </p:spPr>
        <p:txBody>
          <a:bodyPr/>
          <a:lstStyle/>
          <a:p>
            <a:fld id="{04ED7D00-7861-864B-9EA9-73B29DD38D39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33E464-5FDA-8579-C0D4-F4D835A4C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967194" y="6400800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BCD62E-41B6-3326-68D7-BB473795F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7219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323487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914400"/>
            <a:ext cx="10653578" cy="1132258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036904-F662-81D4-EC3E-98A339AB5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EDB8F-F201-0541-B839-CC57CEE946B0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9F62FF-05FD-17D2-94BE-8377FF981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1AA94D-AED3-3863-7A5D-E3F60EBB6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" y="2103120"/>
            <a:ext cx="10653579" cy="4593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613333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5810" y="947244"/>
            <a:ext cx="6093225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79388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948136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45810" y="2137464"/>
            <a:ext cx="6071616" cy="4489704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651785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908400"/>
            <a:ext cx="6135624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37160" y="109728"/>
            <a:ext cx="3494314" cy="365125"/>
          </a:xfrm>
        </p:spPr>
        <p:txBody>
          <a:bodyPr/>
          <a:lstStyle/>
          <a:p>
            <a:fld id="{8609EDE3-16BB-DE4B-870B-675176E3007C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950591" y="109728"/>
            <a:ext cx="2805405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842159" y="10972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" y="2188560"/>
            <a:ext cx="6135624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00544" y="0"/>
            <a:ext cx="4791456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245852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3551" y="829703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02336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163550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63551" y="1890407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37498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799723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37160" y="109728"/>
            <a:ext cx="3494314" cy="365125"/>
          </a:xfrm>
        </p:spPr>
        <p:txBody>
          <a:bodyPr/>
          <a:lstStyle/>
          <a:p>
            <a:fld id="{6C612A5F-8D0C-3143-A058-03C06BC96C02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5799" y="109728"/>
            <a:ext cx="2805405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510999" y="10972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" y="1860427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91732" y="0"/>
            <a:ext cx="410026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326441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8674" y="839169"/>
            <a:ext cx="436168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61150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64085" y="109728"/>
            <a:ext cx="475488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738611" y="2467805"/>
            <a:ext cx="4362450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48670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863127"/>
            <a:ext cx="436168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59" y="109728"/>
            <a:ext cx="466344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109728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" y="2492689"/>
            <a:ext cx="4360863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45480" y="0"/>
            <a:ext cx="644652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057987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7932" y="814714"/>
            <a:ext cx="4522936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649224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47931" y="109728"/>
            <a:ext cx="48463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5212" y="10972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47932" y="1875418"/>
            <a:ext cx="4512601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653168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799723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59" y="109728"/>
            <a:ext cx="5029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51089" y="109728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" y="1860427"/>
            <a:ext cx="4572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17720" y="0"/>
            <a:ext cx="627427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432420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8483" y="844839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58414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728482" y="109728"/>
            <a:ext cx="384048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655212" y="10972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728610" y="2474401"/>
            <a:ext cx="3401568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267000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844839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" y="109728"/>
            <a:ext cx="39319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183946" y="109728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" y="2474401"/>
            <a:ext cx="3401568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0" y="0"/>
            <a:ext cx="743021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913243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5914" y="1078992"/>
            <a:ext cx="3273552" cy="1942773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78136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85913" y="109728"/>
            <a:ext cx="365760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885914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91974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" y="4840818"/>
            <a:ext cx="3739896" cy="139033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635132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484081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A15407-9413-1DA9-E036-72552D7812A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39035" y="6400800"/>
            <a:ext cx="3494314" cy="365125"/>
          </a:xfrm>
        </p:spPr>
        <p:txBody>
          <a:bodyPr/>
          <a:lstStyle/>
          <a:p>
            <a:fld id="{07B60899-4452-5448-8F49-02B73F474991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8869B91-F1A8-E5E1-0E1C-4AA458DBB26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349239" y="6400800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D6E046-2804-51F2-8BA7-5C8B18490A5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627219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383074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3976342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3976342"/>
            <a:ext cx="7772400" cy="224028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00800"/>
            <a:ext cx="3494314" cy="365125"/>
          </a:xfrm>
        </p:spPr>
        <p:txBody>
          <a:bodyPr/>
          <a:lstStyle/>
          <a:p>
            <a:fld id="{CF77C072-721E-994F-9CE3-2EF9DBBB4254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77639" y="6400800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5212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933894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914400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3D91B2-1947-F009-53AF-CA2BE8769C5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ED1282-C03D-8746-9C7A-3F9A903CE393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5FC093-7A59-0C22-FCDE-3B3F3C844F5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977639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2E3CA5-C843-86E9-EDAF-8E8D75DC76B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914400"/>
            <a:ext cx="7772400" cy="224028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3429000"/>
            <a:ext cx="12192000" cy="3429000"/>
          </a:xfrm>
          <a:blipFill dpi="0" rotWithShape="1">
            <a:blip r:embed="rId2">
              <a:alphaModFix amt="60000"/>
            </a:blip>
            <a:srcRect/>
            <a:stretch>
              <a:fillRect t="-10186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33376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097280"/>
            <a:ext cx="10972802" cy="970463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2396A-BC37-4B4A-B91C-8D02C6E635BE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55184" y="109728"/>
            <a:ext cx="493776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8600" y="2184400"/>
            <a:ext cx="6172200" cy="4425696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55185" y="2181225"/>
            <a:ext cx="4251960" cy="44288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240196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005840"/>
            <a:ext cx="4672584" cy="145389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C3C03-72B8-044E-B6B9-E9070EBBFFFA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794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8600" y="2578563"/>
            <a:ext cx="4672584" cy="404164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52795" y="1005840"/>
            <a:ext cx="5585925" cy="5783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013247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914400"/>
            <a:ext cx="3657603" cy="1545336"/>
          </a:xfrm>
        </p:spPr>
        <p:txBody>
          <a:bodyPr anchor="b" anchorCtr="0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73AF6-D88F-1D44-BBB9-26080004ADD9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88344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8600" y="2581197"/>
            <a:ext cx="3490176" cy="404164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88345" y="914400"/>
            <a:ext cx="6561138" cy="5759450"/>
          </a:xfrm>
        </p:spPr>
        <p:txBody>
          <a:bodyPr anchor="b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47737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573031"/>
            <a:ext cx="5391190" cy="2864350"/>
          </a:xfrm>
        </p:spPr>
        <p:txBody>
          <a:bodyPr anchor="b" anchorCtr="0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3BF06B69-C768-FE26-D245-736BCC84A01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CDEB1EBB-CFF7-4B44-9AEA-316A6F2E08DB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8083D621-6486-4054-4D8A-AAF79D4E894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967194" y="110364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F998961-73A4-CFF8-87FC-EAA4BB68EA3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67195" y="1463040"/>
            <a:ext cx="5633215" cy="2864350"/>
          </a:xfrm>
        </p:spPr>
        <p:txBody>
          <a:bodyPr anchor="b" anchorCtr="0"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228600" indent="0">
              <a:buFont typeface="Arial" panose="020B0604020202020204" pitchFamily="34" charset="0"/>
              <a:buNone/>
              <a:defRPr sz="1800"/>
            </a:lvl2pPr>
            <a:lvl3pPr marL="457200" indent="0">
              <a:buFont typeface="Arial" panose="020B0604020202020204" pitchFamily="34" charset="0"/>
              <a:buNone/>
              <a:defRPr sz="1800"/>
            </a:lvl3pPr>
            <a:lvl4pPr marL="685800" indent="0">
              <a:buFont typeface="Arial" panose="020B0604020202020204" pitchFamily="34" charset="0"/>
              <a:buNone/>
              <a:defRPr sz="1800"/>
            </a:lvl4pPr>
            <a:lvl5pPr marL="9144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E716C4BF-504C-57EB-F890-EB45BFD22B4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-1" y="4509435"/>
            <a:ext cx="12192000" cy="2348564"/>
          </a:xfrm>
          <a:blipFill dpi="0" rotWithShape="1">
            <a:blip r:embed="rId2">
              <a:alphaModFix amt="60000"/>
            </a:blip>
            <a:srcRect/>
            <a:stretch>
              <a:fillRect t="-207" b="-2"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290840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2011680"/>
            <a:ext cx="5391190" cy="4297680"/>
          </a:xfrm>
        </p:spPr>
        <p:txBody>
          <a:bodyPr anchor="t" anchorCtr="0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1730326"/>
          </a:xfrm>
          <a:blipFill dpi="0" rotWithShape="1">
            <a:blip r:embed="rId2">
              <a:alphaModFix amt="60000"/>
            </a:blip>
            <a:srcRect/>
            <a:stretch>
              <a:fillRect b="-1213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98946" y="2011680"/>
            <a:ext cx="5669280" cy="4297680"/>
          </a:xfrm>
        </p:spPr>
        <p:txBody>
          <a:bodyPr anchor="t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3BF06B69-C768-FE26-D245-736BCC84A016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39035" y="6400800"/>
            <a:ext cx="3494314" cy="365125"/>
          </a:xfrm>
        </p:spPr>
        <p:txBody>
          <a:bodyPr/>
          <a:lstStyle/>
          <a:p>
            <a:fld id="{4DCD1FD3-D483-0B4C-B010-EBEC885068CB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8083D621-6486-4054-4D8A-AAF79D4E894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998463" y="6400800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F998961-73A4-CFF8-87FC-EAA4BB68EA3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627219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068539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" y="171513"/>
            <a:ext cx="6400800" cy="1482005"/>
          </a:xfrm>
        </p:spPr>
        <p:txBody>
          <a:bodyPr anchor="t" anchorCtr="0">
            <a:normAutofit/>
          </a:bodyPr>
          <a:lstStyle>
            <a:lvl1pPr>
              <a:lnSpc>
                <a:spcPct val="80000"/>
              </a:lnSpc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6" y="2606040"/>
            <a:ext cx="6400800" cy="3999042"/>
          </a:xfrm>
        </p:spPr>
        <p:txBody>
          <a:bodyPr/>
          <a:lstStyle>
            <a:lvl1pPr>
              <a:spcBef>
                <a:spcPts val="1000"/>
              </a:spcBef>
              <a:defRPr/>
            </a:lvl1pPr>
            <a:lvl2pPr>
              <a:spcBef>
                <a:spcPts val="1000"/>
              </a:spcBef>
              <a:defRPr/>
            </a:lvl2pPr>
            <a:lvl3pPr>
              <a:spcBef>
                <a:spcPts val="1000"/>
              </a:spcBef>
              <a:defRPr/>
            </a:lvl3pPr>
            <a:lvl4pPr>
              <a:spcBef>
                <a:spcPts val="1000"/>
              </a:spcBef>
              <a:defRPr/>
            </a:lvl4pPr>
            <a:lvl5pPr>
              <a:spcBef>
                <a:spcPts val="10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691214" y="109728"/>
            <a:ext cx="384048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614572" y="10972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692EDDB5-4345-5104-646A-B8C10FB3A7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805393" y="843539"/>
            <a:ext cx="4120983" cy="5761544"/>
          </a:xfrm>
          <a:blipFill dpi="0" rotWithShape="1">
            <a:blip r:embed="rId2">
              <a:alphaModFix amt="60000"/>
            </a:blip>
            <a:srcRect/>
            <a:stretch>
              <a:fillRect l="-368" r="-58"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479920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Content with Pictur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1005840"/>
            <a:ext cx="3595634" cy="2212313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FCA69-54DB-5C48-88C2-5A1E30E9D7C1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325" y="3291840"/>
            <a:ext cx="3585586" cy="3434638"/>
          </a:xfrm>
        </p:spPr>
        <p:txBody>
          <a:bodyPr anchor="b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16036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432770" y="832104"/>
            <a:ext cx="6519080" cy="5779007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053748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5220320"/>
            <a:ext cx="5897880" cy="1353312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defRPr sz="20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B98C21E-A9AF-D3FB-3F6A-06088553C6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56289" y="5756029"/>
            <a:ext cx="1005840" cy="100584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1E418-5963-9B4C-BB64-1F8A14EB1F32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854512"/>
            <a:ext cx="10826496" cy="4334256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5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110918548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5096611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0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855230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15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9D39EB1-AC22-29FA-3FA6-98276FD5151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93080" y="1192308"/>
            <a:ext cx="1005840" cy="100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46747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5086664"/>
            <a:ext cx="7525512" cy="1545336"/>
          </a:xfrm>
        </p:spPr>
        <p:txBody>
          <a:bodyPr anchor="b" anchorCtr="0">
            <a:normAutofit/>
          </a:bodyPr>
          <a:lstStyle>
            <a:lvl1pPr algn="l">
              <a:lnSpc>
                <a:spcPct val="110000"/>
              </a:lnSpc>
              <a:defRPr sz="20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8F866-AE4F-0E4D-9EC5-A83A47A4ADB9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855232"/>
            <a:ext cx="10543032" cy="4206240"/>
          </a:xfrm>
        </p:spPr>
        <p:txBody>
          <a:bodyPr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15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39696284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76" y="1106243"/>
            <a:ext cx="4107359" cy="3760706"/>
          </a:xfrm>
        </p:spPr>
        <p:txBody>
          <a:bodyPr anchor="b" anchorCtr="0">
            <a:normAutofit/>
          </a:bodyPr>
          <a:lstStyle>
            <a:lvl1pPr algn="l">
              <a:lnSpc>
                <a:spcPct val="110000"/>
              </a:lnSpc>
              <a:defRPr sz="18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0E84C63-8906-E024-96D3-CABBCE341D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V="1">
            <a:off x="11235399" y="5899743"/>
            <a:ext cx="731520" cy="73152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2260C-9D5C-9E4C-939A-D2CE2AE97F78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4475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1106243"/>
            <a:ext cx="5289168" cy="4206240"/>
          </a:xfrm>
        </p:spPr>
        <p:txBody>
          <a:bodyPr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15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16206335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2011680"/>
            <a:ext cx="6952254" cy="2194560"/>
          </a:xfrm>
        </p:spPr>
        <p:txBody>
          <a:bodyPr anchor="t" anchorCtr="0">
            <a:normAutofit/>
          </a:bodyPr>
          <a:lstStyle>
            <a:lvl1pPr algn="l">
              <a:lnSpc>
                <a:spcPct val="110000"/>
              </a:lnSpc>
              <a:defRPr sz="18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23030"/>
            <a:ext cx="10961546" cy="1920240"/>
          </a:xfrm>
        </p:spPr>
        <p:txBody>
          <a:bodyPr anchor="t" anchorCtr="0">
            <a:normAutofit/>
          </a:bodyPr>
          <a:lstStyle>
            <a:lvl1pPr marL="0" indent="0" algn="l">
              <a:lnSpc>
                <a:spcPct val="90000"/>
              </a:lnSpc>
              <a:buNone/>
              <a:defRPr sz="15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8E1EDB1-0050-E837-58E0-64C3650484D7}"/>
              </a:ext>
            </a:extLst>
          </p:cNvPr>
          <p:cNvSpPr/>
          <p:nvPr userDrawn="1"/>
        </p:nvSpPr>
        <p:spPr>
          <a:xfrm>
            <a:off x="7277270" y="1943270"/>
            <a:ext cx="4914730" cy="4914730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077A1D8-5F01-6F9E-74AD-AE50D4B097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56289" y="168175"/>
            <a:ext cx="1005840" cy="100584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59" y="6400800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34234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05684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5291877"/>
            <a:ext cx="7525512" cy="926044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18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EFCDFFE1-D928-0CE3-D1C8-CCF55609A7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93080" y="977157"/>
            <a:ext cx="1005840" cy="1005840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4484" y="2134134"/>
            <a:ext cx="10543032" cy="2589733"/>
          </a:xfrm>
        </p:spPr>
        <p:txBody>
          <a:bodyPr anchor="b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15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5226577-F54C-EB86-D0A7-64DAFA9E69B3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39035" y="6400800"/>
            <a:ext cx="3017520" cy="365125"/>
          </a:xfrm>
        </p:spPr>
        <p:txBody>
          <a:bodyPr/>
          <a:lstStyle/>
          <a:p>
            <a:fld id="{4C13F211-A6FB-7C4B-8E5B-EB185A8DB8CB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8C91051-FC5E-3F4E-51AF-3EBC57B4BD0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444240" y="6400800"/>
            <a:ext cx="5303520" cy="36512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9E1B41D-78D5-5CD6-67DF-4B11B9453D0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627219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76894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32976E3-E745-9DF8-C3E3-53A778D9502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56289" y="5760720"/>
            <a:ext cx="1005840" cy="1005840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10F998E-EA6E-4E43-1727-F5C608095A8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07C8458-3938-4F4D-9D3F-15FC4ECFFE22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AA6E616-8EC3-D9A1-4DFB-5BDEBC779B3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FECFCDD-8971-579B-777D-53A85E6F1F7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1188720"/>
            <a:ext cx="8266176" cy="5605272"/>
          </a:xfrm>
        </p:spPr>
        <p:txBody>
          <a:bodyPr anchor="b" anchorCtr="0">
            <a:noAutofit/>
          </a:bodyPr>
          <a:lstStyle>
            <a:lvl1pPr marL="0" indent="0">
              <a:lnSpc>
                <a:spcPct val="80000"/>
              </a:lnSpc>
              <a:buNone/>
              <a:defRPr sz="5600" b="0" spc="-200" baseline="0"/>
            </a:lvl1pPr>
            <a:lvl2pPr marL="228600" indent="0">
              <a:lnSpc>
                <a:spcPct val="80000"/>
              </a:lnSpc>
              <a:buNone/>
              <a:defRPr sz="5600" b="0" spc="-200" baseline="0"/>
            </a:lvl2pPr>
            <a:lvl3pPr marL="457200" indent="0">
              <a:lnSpc>
                <a:spcPct val="80000"/>
              </a:lnSpc>
              <a:buNone/>
              <a:defRPr sz="5600" b="0" spc="-200" baseline="0"/>
            </a:lvl3pPr>
            <a:lvl4pPr marL="685800" indent="0">
              <a:lnSpc>
                <a:spcPct val="80000"/>
              </a:lnSpc>
              <a:buNone/>
              <a:defRPr sz="5600" b="0" spc="-200" baseline="0"/>
            </a:lvl4pPr>
            <a:lvl5pPr marL="914400" indent="0">
              <a:lnSpc>
                <a:spcPct val="80000"/>
              </a:lnSpc>
              <a:buNone/>
              <a:defRPr sz="5600" b="0" spc="-200" baseline="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0494136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2651760"/>
            <a:ext cx="8266176" cy="4142232"/>
          </a:xfrm>
        </p:spPr>
        <p:txBody>
          <a:bodyPr anchor="b">
            <a:noAutofit/>
          </a:bodyPr>
          <a:lstStyle>
            <a:lvl1pPr marL="0" indent="0">
              <a:lnSpc>
                <a:spcPct val="80000"/>
              </a:lnSpc>
              <a:buNone/>
              <a:defRPr sz="5600" b="0" spc="-200" baseline="0"/>
            </a:lvl1pPr>
            <a:lvl2pPr marL="228600" indent="0">
              <a:lnSpc>
                <a:spcPct val="80000"/>
              </a:lnSpc>
              <a:buNone/>
              <a:defRPr sz="5600" b="0" spc="-200" baseline="0"/>
            </a:lvl2pPr>
            <a:lvl3pPr marL="457200" indent="0">
              <a:lnSpc>
                <a:spcPct val="80000"/>
              </a:lnSpc>
              <a:buNone/>
              <a:defRPr sz="5600" b="0" spc="-200" baseline="0"/>
            </a:lvl3pPr>
            <a:lvl4pPr marL="685800" indent="0">
              <a:lnSpc>
                <a:spcPct val="80000"/>
              </a:lnSpc>
              <a:buNone/>
              <a:defRPr sz="5600" b="0" spc="-200" baseline="0"/>
            </a:lvl4pPr>
            <a:lvl5pPr marL="914400" indent="0">
              <a:lnSpc>
                <a:spcPct val="80000"/>
              </a:lnSpc>
              <a:buNone/>
              <a:defRPr sz="5600" b="0" spc="-200" baseline="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B8B884C-311F-A563-377C-6EBE47822774}"/>
              </a:ext>
            </a:extLst>
          </p:cNvPr>
          <p:cNvSpPr/>
          <p:nvPr userDrawn="1"/>
        </p:nvSpPr>
        <p:spPr>
          <a:xfrm>
            <a:off x="7277270" y="0"/>
            <a:ext cx="4914730" cy="4914730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2F09180-2668-03E9-3E5B-E24359E2B70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56289" y="4425163"/>
            <a:ext cx="1005840" cy="100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65212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3A9F5324-9AB0-314B-31EA-61D06995041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93080" y="5753627"/>
            <a:ext cx="1005840" cy="100584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962912" y="626364"/>
            <a:ext cx="8266176" cy="5605272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80000"/>
              </a:lnSpc>
              <a:buNone/>
              <a:defRPr sz="5600" b="0" spc="-200" baseline="0"/>
            </a:lvl1pPr>
            <a:lvl2pPr marL="228600" indent="0">
              <a:lnSpc>
                <a:spcPct val="80000"/>
              </a:lnSpc>
              <a:buNone/>
              <a:defRPr sz="5600" b="0" spc="-200" baseline="0"/>
            </a:lvl2pPr>
            <a:lvl3pPr marL="457200" indent="0">
              <a:lnSpc>
                <a:spcPct val="80000"/>
              </a:lnSpc>
              <a:buNone/>
              <a:defRPr sz="5600" b="0" spc="-200" baseline="0"/>
            </a:lvl3pPr>
            <a:lvl4pPr marL="685800" indent="0">
              <a:lnSpc>
                <a:spcPct val="80000"/>
              </a:lnSpc>
              <a:buNone/>
              <a:defRPr sz="5600" b="0" spc="-200" baseline="0"/>
            </a:lvl4pPr>
            <a:lvl5pPr marL="914400" indent="0">
              <a:lnSpc>
                <a:spcPct val="80000"/>
              </a:lnSpc>
              <a:buNone/>
              <a:defRPr sz="5600" b="0" spc="-200" baseline="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7484804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5DC095FD-8C32-C2DB-3F1D-105AFD1518B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93080" y="457200"/>
            <a:ext cx="1005840" cy="100584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9" y="5760720"/>
            <a:ext cx="8970264" cy="466344"/>
          </a:xfrm>
        </p:spPr>
        <p:txBody>
          <a:bodyPr anchor="ctr">
            <a:normAutofit/>
          </a:bodyPr>
          <a:lstStyle>
            <a:lvl1pPr algn="ctr">
              <a:lnSpc>
                <a:spcPct val="80000"/>
              </a:lnSpc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600200"/>
            <a:ext cx="9198864" cy="3657600"/>
          </a:xfrm>
        </p:spPr>
        <p:txBody>
          <a:bodyPr anchor="ctr">
            <a:normAutofit/>
          </a:bodyPr>
          <a:lstStyle>
            <a:lvl1pPr marL="164592" indent="-164592" algn="ctr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90757037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884CE384-B29D-F2CE-AAA2-9F696214E5C3}"/>
              </a:ext>
            </a:extLst>
          </p:cNvPr>
          <p:cNvSpPr/>
          <p:nvPr userDrawn="1"/>
        </p:nvSpPr>
        <p:spPr>
          <a:xfrm>
            <a:off x="7277270" y="1943270"/>
            <a:ext cx="4914730" cy="4914730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E0946D8-30A5-B84D-F1D0-0DB66CAABBE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56289" y="168175"/>
            <a:ext cx="1005840" cy="100584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728" y="6339504"/>
            <a:ext cx="9043416" cy="466344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2000" cap="none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188122"/>
            <a:ext cx="9198864" cy="3291840"/>
          </a:xfrm>
        </p:spPr>
        <p:txBody>
          <a:bodyPr anchor="t" anchorCtr="0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8892156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C1BC50BE-AB5B-8BDE-7DBB-C903EDD6FB3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33758" y="230006"/>
            <a:ext cx="731520" cy="7315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60" y="5669280"/>
            <a:ext cx="8805672" cy="466344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1097280"/>
            <a:ext cx="8961120" cy="347472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44548804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59" y="5284269"/>
            <a:ext cx="7462853" cy="1443156"/>
          </a:xfrm>
        </p:spPr>
        <p:txBody>
          <a:bodyPr anchor="b" anchorCtr="0">
            <a:normAutofit/>
          </a:bodyPr>
          <a:lstStyle>
            <a:lvl1pPr>
              <a:lnSpc>
                <a:spcPct val="120000"/>
              </a:lnSpc>
              <a:defRPr sz="16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179177"/>
            <a:ext cx="7490285" cy="5029200"/>
          </a:xfrm>
        </p:spPr>
        <p:txBody>
          <a:bodyPr anchor="t" anchorCtr="0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80959" y="6400800"/>
            <a:ext cx="384048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7219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910057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02866" y="5117083"/>
            <a:ext cx="6053559" cy="1618489"/>
          </a:xfrm>
        </p:spPr>
        <p:txBody>
          <a:bodyPr anchor="b" anchorCtr="0">
            <a:normAutofit/>
          </a:bodyPr>
          <a:lstStyle>
            <a:lvl1pPr>
              <a:lnSpc>
                <a:spcPct val="80000"/>
              </a:lnSpc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B90859F-C81D-2CBA-0268-040BF6276E3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0461" y="5902452"/>
            <a:ext cx="731520" cy="73152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22129D-A009-1048-F4CC-0DD22291EAA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11AB8E-654D-449F-FE27-9EE3329DE08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67194" y="1040130"/>
            <a:ext cx="6089232" cy="3694174"/>
          </a:xfrm>
        </p:spPr>
        <p:txBody>
          <a:bodyPr anchor="b" anchorCtr="0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153089358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0058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AADBF-0503-AC4E-BF4F-A2D8EFDE8E43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9728" y="2286000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75120" y="2286000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300469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83695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8835E-E029-C74A-A8D5-72AFFFEA0839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728" y="208680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75120" y="208680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9728" y="2677160"/>
            <a:ext cx="51577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75120" y="2677160"/>
            <a:ext cx="51831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795757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1005840"/>
            <a:ext cx="10653578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07084-E3CF-AE41-BB02-D224862A000A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2871361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C39C1-122A-624B-A21F-3BF663742DA5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85002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1005205"/>
            <a:ext cx="3595634" cy="1757505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7D5EB-6120-1A42-AF3F-8CC049FEDDDD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34707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325" y="2762710"/>
            <a:ext cx="3595634" cy="399326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1005840"/>
            <a:ext cx="6440258" cy="5755109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567490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00" y="1181490"/>
            <a:ext cx="5986399" cy="5676510"/>
          </a:xfrm>
        </p:spPr>
        <p:txBody>
          <a:bodyPr anchor="b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37160" y="182880"/>
            <a:ext cx="4572000" cy="73152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08FD5A0C-3984-4E77-6D88-7812D8F2B19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96626" y="0"/>
            <a:ext cx="589537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4D56FA5-6B2C-25FC-5C75-51C0FD7A085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81512" y="224984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4943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847088"/>
            <a:ext cx="7342307" cy="1133856"/>
          </a:xfrm>
        </p:spPr>
        <p:txBody>
          <a:bodyPr anchor="b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E0BBB-D56F-1E45-84FD-A9025FF37F5C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9728" y="3594099"/>
            <a:ext cx="10890374" cy="27432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49455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627318"/>
            <a:ext cx="8430767" cy="1842020"/>
          </a:xfrm>
        </p:spPr>
        <p:txBody>
          <a:bodyPr anchor="b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1CA7F-D03C-0042-8A7B-E9EA80DFAE43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" y="3622674"/>
            <a:ext cx="8430639" cy="1279615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42203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92821B14-72A5-C6D7-EF14-887B89D0409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V="1">
            <a:off x="11235399" y="5899743"/>
            <a:ext cx="731520" cy="7315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3566159"/>
            <a:ext cx="5517349" cy="3130063"/>
          </a:xfrm>
        </p:spPr>
        <p:txBody>
          <a:bodyPr anchor="t" anchorCtr="0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1F1A7-9EF6-7D4F-AE10-1D541A371837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71033" y="3566160"/>
            <a:ext cx="5024070" cy="2190297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76293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slideLayout" Target="../slideLayouts/slideLayout60.xml"/><Relationship Id="rId61" Type="http://schemas.openxmlformats.org/officeDocument/2006/relationships/slideLayout" Target="../slideLayouts/slideLayout61.xml"/><Relationship Id="rId62" Type="http://schemas.openxmlformats.org/officeDocument/2006/relationships/slideLayout" Target="../slideLayouts/slideLayout62.xml"/><Relationship Id="rId63" Type="http://schemas.openxmlformats.org/officeDocument/2006/relationships/slideLayout" Target="../slideLayouts/slideLayout63.xml"/><Relationship Id="rId64" Type="http://schemas.openxmlformats.org/officeDocument/2006/relationships/slideLayout" Target="../slideLayouts/slideLayout64.xml"/><Relationship Id="rId65" Type="http://schemas.openxmlformats.org/officeDocument/2006/relationships/slideLayout" Target="../slideLayouts/slideLayout65.xml"/><Relationship Id="rId66" Type="http://schemas.openxmlformats.org/officeDocument/2006/relationships/slideLayout" Target="../slideLayouts/slideLayout66.xml"/><Relationship Id="rId67" Type="http://schemas.openxmlformats.org/officeDocument/2006/relationships/slideLayout" Target="../slideLayouts/slideLayout67.xml"/><Relationship Id="rId68" Type="http://schemas.openxmlformats.org/officeDocument/2006/relationships/slideLayout" Target="../slideLayouts/slideLayout68.xml"/><Relationship Id="rId69" Type="http://schemas.openxmlformats.org/officeDocument/2006/relationships/slideLayout" Target="../slideLayouts/slideLayout69.xml"/><Relationship Id="rId70" Type="http://schemas.openxmlformats.org/officeDocument/2006/relationships/slideLayout" Target="../slideLayouts/slideLayout70.xml"/><Relationship Id="rId7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9035" y="110364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E2D2F0CB-8BED-3748-8B15-758A52C2D13F}" type="datetime1">
              <a:rPr lang="en-US" smtClean="0"/>
              <a:pPr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967194" y="110364"/>
            <a:ext cx="53035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7219" y="110364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8653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3" r:id="rId1"/>
    <p:sldLayoutId id="2147483851" r:id="rId2"/>
    <p:sldLayoutId id="2147483784" r:id="rId3"/>
    <p:sldLayoutId id="2147483785" r:id="rId4"/>
    <p:sldLayoutId id="2147483831" r:id="rId5"/>
    <p:sldLayoutId id="2147483837" r:id="rId6"/>
    <p:sldLayoutId id="2147483852" r:id="rId7"/>
    <p:sldLayoutId id="2147483786" r:id="rId8"/>
    <p:sldLayoutId id="2147483787" r:id="rId9"/>
    <p:sldLayoutId id="2147483788" r:id="rId10"/>
    <p:sldLayoutId id="2147483789" r:id="rId11"/>
    <p:sldLayoutId id="2147483832" r:id="rId12"/>
    <p:sldLayoutId id="2147483835" r:id="rId13"/>
    <p:sldLayoutId id="2147483836" r:id="rId14"/>
    <p:sldLayoutId id="2147483790" r:id="rId15"/>
    <p:sldLayoutId id="2147483838" r:id="rId16"/>
    <p:sldLayoutId id="2147483791" r:id="rId17"/>
    <p:sldLayoutId id="2147483839" r:id="rId18"/>
    <p:sldLayoutId id="2147483792" r:id="rId19"/>
    <p:sldLayoutId id="2147483793" r:id="rId20"/>
    <p:sldLayoutId id="2147483794" r:id="rId21"/>
    <p:sldLayoutId id="2147483795" r:id="rId22"/>
    <p:sldLayoutId id="2147483796" r:id="rId23"/>
    <p:sldLayoutId id="2147483843" r:id="rId24"/>
    <p:sldLayoutId id="2147483833" r:id="rId25"/>
    <p:sldLayoutId id="2147483834" r:id="rId26"/>
    <p:sldLayoutId id="2147483797" r:id="rId27"/>
    <p:sldLayoutId id="2147483798" r:id="rId28"/>
    <p:sldLayoutId id="2147483799" r:id="rId29"/>
    <p:sldLayoutId id="2147483800" r:id="rId30"/>
    <p:sldLayoutId id="2147483801" r:id="rId31"/>
    <p:sldLayoutId id="2147483802" r:id="rId32"/>
    <p:sldLayoutId id="2147483803" r:id="rId33"/>
    <p:sldLayoutId id="2147483804" r:id="rId34"/>
    <p:sldLayoutId id="2147483805" r:id="rId35"/>
    <p:sldLayoutId id="2147483806" r:id="rId36"/>
    <p:sldLayoutId id="2147483807" r:id="rId37"/>
    <p:sldLayoutId id="2147483808" r:id="rId38"/>
    <p:sldLayoutId id="2147483809" r:id="rId39"/>
    <p:sldLayoutId id="2147483810" r:id="rId40"/>
    <p:sldLayoutId id="2147483811" r:id="rId41"/>
    <p:sldLayoutId id="2147483812" r:id="rId42"/>
    <p:sldLayoutId id="2147483813" r:id="rId43"/>
    <p:sldLayoutId id="2147483840" r:id="rId44"/>
    <p:sldLayoutId id="2147483841" r:id="rId45"/>
    <p:sldLayoutId id="2147483842" r:id="rId46"/>
    <p:sldLayoutId id="2147483828" r:id="rId47"/>
    <p:sldLayoutId id="2147483814" r:id="rId48"/>
    <p:sldLayoutId id="2147483815" r:id="rId49"/>
    <p:sldLayoutId id="2147483816" r:id="rId50"/>
    <p:sldLayoutId id="2147483844" r:id="rId51"/>
    <p:sldLayoutId id="2147483845" r:id="rId52"/>
    <p:sldLayoutId id="2147483846" r:id="rId53"/>
    <p:sldLayoutId id="2147483817" r:id="rId54"/>
    <p:sldLayoutId id="2147483818" r:id="rId55"/>
    <p:sldLayoutId id="2147483819" r:id="rId56"/>
    <p:sldLayoutId id="2147483820" r:id="rId57"/>
    <p:sldLayoutId id="2147483821" r:id="rId58"/>
    <p:sldLayoutId id="2147483822" r:id="rId59"/>
    <p:sldLayoutId id="2147483847" r:id="rId60"/>
    <p:sldLayoutId id="2147483848" r:id="rId61"/>
    <p:sldLayoutId id="2147483823" r:id="rId62"/>
    <p:sldLayoutId id="2147483824" r:id="rId63"/>
    <p:sldLayoutId id="2147483825" r:id="rId64"/>
    <p:sldLayoutId id="2147483826" r:id="rId65"/>
    <p:sldLayoutId id="2147483827" r:id="rId66"/>
    <p:sldLayoutId id="2147483850" r:id="rId67"/>
    <p:sldLayoutId id="2147483829" r:id="rId68"/>
    <p:sldLayoutId id="2147483830" r:id="rId69"/>
    <p:sldLayoutId id="2147483849" r:id="rId70"/>
  </p:sldLayoutIdLst>
  <p:hf hd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600" b="0" i="0" kern="1200" spc="-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60B047-AFCA-708E-7CB7-871F07B66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8D4ECC-EDAA-1EA1-C0EE-5580FAD42B0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9035" y="110364"/>
            <a:ext cx="349431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F84BEA7-95DA-A14C-BB92-A0ACB886C621}" type="datetime1">
              <a:rPr lang="en-US" smtClean="0"/>
              <a:pPr>
                <a:spcAft>
                  <a:spcPts val="600"/>
                </a:spcAft>
              </a:pPr>
              <a:t>10/17/2026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E94C00-5CB8-2BEA-853A-A64C714C1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7219" y="110364"/>
            <a:ext cx="42920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EF761DD6-7316-17E6-CC12-40154CD72DF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12648" y="-1133856"/>
            <a:ext cx="10652760" cy="1133856"/>
          </a:xfrm>
        </p:spPr>
        <p:txBody>
          <a:bodyPr>
            <a:normAutofit/>
          </a:bodyPr>
          <a:lstStyle/>
          <a:p>
            <a:r>
              <a:rPr lang="en-US" sz="1400"/>
              <a:t>Quote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5F040D6-5085-0004-3461-4F928A2A094D}"/>
              </a:ext>
            </a:extLst>
          </p:cNvPr>
          <p:cNvGrpSpPr/>
          <p:nvPr/>
        </p:nvGrpSpPr>
        <p:grpSpPr>
          <a:xfrm>
            <a:off x="347225" y="685795"/>
            <a:ext cx="11844776" cy="587067"/>
            <a:chOff x="347225" y="685795"/>
            <a:chExt cx="11844776" cy="587067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500FEE5E-32FF-E3EB-A6EA-B983C7E127F9}"/>
                </a:ext>
              </a:extLst>
            </p:cNvPr>
            <p:cNvSpPr txBox="1"/>
            <p:nvPr/>
          </p:nvSpPr>
          <p:spPr>
            <a:xfrm>
              <a:off x="347225" y="688087"/>
              <a:ext cx="10524991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200" b="1" dirty="0"/>
                <a:t>Organizational Structure</a:t>
              </a:r>
              <a:endParaRPr lang="en-ID" sz="3200" b="1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77BA83DD-510E-1992-CA87-1BB98C2CF60F}"/>
                </a:ext>
              </a:extLst>
            </p:cNvPr>
            <p:cNvSpPr txBox="1"/>
            <p:nvPr/>
          </p:nvSpPr>
          <p:spPr>
            <a:xfrm>
              <a:off x="3465576" y="685795"/>
              <a:ext cx="872642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en-ID" sz="1600" b="1" dirty="0"/>
            </a:p>
          </p:txBody>
        </p:sp>
      </p:grp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72B7119-2570-838A-E90D-3A9ABCF7CBE2}"/>
              </a:ext>
            </a:extLst>
          </p:cNvPr>
          <p:cNvCxnSpPr/>
          <p:nvPr/>
        </p:nvCxnSpPr>
        <p:spPr>
          <a:xfrm>
            <a:off x="347225" y="1324234"/>
            <a:ext cx="11493699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3C893B80-0045-7CB7-9BC3-2AF1233A8FF3}"/>
              </a:ext>
            </a:extLst>
          </p:cNvPr>
          <p:cNvSpPr txBox="1"/>
          <p:nvPr/>
        </p:nvSpPr>
        <p:spPr>
          <a:xfrm>
            <a:off x="502019" y="1421570"/>
            <a:ext cx="111252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4D555C"/>
                </a:solidFill>
                <a:latin typeface="Arial"/>
              </a:rPr>
              <a:t>Head Office in Jakarta, 6 Site Operations and 9 Site Representatives.</a:t>
            </a:r>
          </a:p>
        </p:txBody>
      </p:sp>
      <p:sp>
        <p:nvSpPr>
          <p:cNvPr id="2" name="Rounded Rectangle 9">
            <a:extLst>
              <a:ext uri="{FF2B5EF4-FFF2-40B4-BE49-F238E27FC236}">
                <a16:creationId xmlns:a16="http://schemas.microsoft.com/office/drawing/2014/main" id="{34224B7F-F5EC-EC29-A8A7-CCC345461733}"/>
              </a:ext>
            </a:extLst>
          </p:cNvPr>
          <p:cNvSpPr/>
          <p:nvPr/>
        </p:nvSpPr>
        <p:spPr>
          <a:xfrm>
            <a:off x="4072767" y="1652994"/>
            <a:ext cx="1729505" cy="381000"/>
          </a:xfrm>
          <a:prstGeom prst="roundRect">
            <a:avLst>
              <a:gd name="adj" fmla="val 12500"/>
            </a:avLst>
          </a:prstGeom>
          <a:solidFill>
            <a:srgbClr val="076932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02C3E5-90D4-9721-6982-94CF17223F71}"/>
              </a:ext>
            </a:extLst>
          </p:cNvPr>
          <p:cNvSpPr txBox="1"/>
          <p:nvPr/>
        </p:nvSpPr>
        <p:spPr>
          <a:xfrm>
            <a:off x="4119935" y="1700619"/>
            <a:ext cx="1635168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Ceisar Centiaga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534F39-5345-4D64-5C46-FAEC4F175F57}"/>
              </a:ext>
            </a:extLst>
          </p:cNvPr>
          <p:cNvSpPr txBox="1"/>
          <p:nvPr/>
        </p:nvSpPr>
        <p:spPr>
          <a:xfrm>
            <a:off x="4119935" y="1853019"/>
            <a:ext cx="1635168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83E7AE"/>
                </a:solidFill>
                <a:latin typeface="Arial"/>
              </a:rPr>
              <a:t>DIRECTOR IN CHARGE</a:t>
            </a:r>
          </a:p>
        </p:txBody>
      </p:sp>
      <p:cxnSp>
        <p:nvCxnSpPr>
          <p:cNvPr id="7" name="Connector 12">
            <a:extLst>
              <a:ext uri="{FF2B5EF4-FFF2-40B4-BE49-F238E27FC236}">
                <a16:creationId xmlns:a16="http://schemas.microsoft.com/office/drawing/2014/main" id="{B8B27CA9-8962-41F4-4648-9C04D57A4C73}"/>
              </a:ext>
            </a:extLst>
          </p:cNvPr>
          <p:cNvCxnSpPr/>
          <p:nvPr/>
        </p:nvCxnSpPr>
        <p:spPr>
          <a:xfrm>
            <a:off x="4937520" y="2038350"/>
            <a:ext cx="0" cy="11430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8" name="Rounded Rectangle 13">
            <a:extLst>
              <a:ext uri="{FF2B5EF4-FFF2-40B4-BE49-F238E27FC236}">
                <a16:creationId xmlns:a16="http://schemas.microsoft.com/office/drawing/2014/main" id="{D37802CB-0A2D-4386-E3D8-7D3BDBF89DDC}"/>
              </a:ext>
            </a:extLst>
          </p:cNvPr>
          <p:cNvSpPr/>
          <p:nvPr/>
        </p:nvSpPr>
        <p:spPr>
          <a:xfrm>
            <a:off x="4072767" y="2148294"/>
            <a:ext cx="1729505" cy="381000"/>
          </a:xfrm>
          <a:prstGeom prst="roundRect">
            <a:avLst>
              <a:gd name="adj" fmla="val 12500"/>
            </a:avLst>
          </a:prstGeom>
          <a:solidFill>
            <a:srgbClr val="076932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322A67-0D99-F59D-51E9-86C9B20ACB23}"/>
              </a:ext>
            </a:extLst>
          </p:cNvPr>
          <p:cNvSpPr txBox="1"/>
          <p:nvPr/>
        </p:nvSpPr>
        <p:spPr>
          <a:xfrm>
            <a:off x="4119935" y="2195919"/>
            <a:ext cx="1635168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Ricardo Tanada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4F5509-A746-3B9B-893A-BF3C6F1F010E}"/>
              </a:ext>
            </a:extLst>
          </p:cNvPr>
          <p:cNvSpPr txBox="1"/>
          <p:nvPr/>
        </p:nvSpPr>
        <p:spPr>
          <a:xfrm>
            <a:off x="4119935" y="2348319"/>
            <a:ext cx="1635168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83E7AE"/>
                </a:solidFill>
                <a:latin typeface="Arial"/>
              </a:rPr>
              <a:t>MKT UNIT &amp; STRATEGIC DIV HEAD</a:t>
            </a:r>
          </a:p>
        </p:txBody>
      </p:sp>
      <p:cxnSp>
        <p:nvCxnSpPr>
          <p:cNvPr id="30" name="Connector 16">
            <a:extLst>
              <a:ext uri="{FF2B5EF4-FFF2-40B4-BE49-F238E27FC236}">
                <a16:creationId xmlns:a16="http://schemas.microsoft.com/office/drawing/2014/main" id="{8D835FAA-B189-9450-9C89-1AE890594B15}"/>
              </a:ext>
            </a:extLst>
          </p:cNvPr>
          <p:cNvCxnSpPr/>
          <p:nvPr/>
        </p:nvCxnSpPr>
        <p:spPr>
          <a:xfrm>
            <a:off x="4937520" y="2533650"/>
            <a:ext cx="0" cy="22860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cxnSp>
        <p:nvCxnSpPr>
          <p:cNvPr id="36" name="Connector 17">
            <a:extLst>
              <a:ext uri="{FF2B5EF4-FFF2-40B4-BE49-F238E27FC236}">
                <a16:creationId xmlns:a16="http://schemas.microsoft.com/office/drawing/2014/main" id="{90AAA8DC-ACB7-2899-BF7B-455771FE9DBA}"/>
              </a:ext>
            </a:extLst>
          </p:cNvPr>
          <p:cNvCxnSpPr/>
          <p:nvPr/>
        </p:nvCxnSpPr>
        <p:spPr>
          <a:xfrm flipV="1">
            <a:off x="4937520" y="2628900"/>
            <a:ext cx="4720830" cy="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cxnSp>
        <p:nvCxnSpPr>
          <p:cNvPr id="36" name="Connector 17">
            <a:extLst>
              <a:ext uri="{FF2B5EF4-FFF2-40B4-BE49-F238E27FC236}">
                <a16:creationId xmlns:a16="http://schemas.microsoft.com/office/drawing/2014/main" id="{90AAA8DC-ACB7-2899-BF7B-455771FE9DBA}"/>
              </a:ext>
            </a:extLst>
          </p:cNvPr>
          <p:cNvCxnSpPr/>
          <p:nvPr/>
        </p:nvCxnSpPr>
        <p:spPr>
          <a:xfrm flipV="1">
            <a:off x="9658350" y="3653244"/>
            <a:ext cx="133350" cy="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cxnSp>
        <p:nvCxnSpPr>
          <p:cNvPr id="36" name="Connector 17">
            <a:extLst>
              <a:ext uri="{FF2B5EF4-FFF2-40B4-BE49-F238E27FC236}">
                <a16:creationId xmlns:a16="http://schemas.microsoft.com/office/drawing/2014/main" id="{90AAA8DC-ACB7-2899-BF7B-455771FE9DBA}"/>
              </a:ext>
            </a:extLst>
          </p:cNvPr>
          <p:cNvCxnSpPr/>
          <p:nvPr/>
        </p:nvCxnSpPr>
        <p:spPr>
          <a:xfrm>
            <a:off x="9658350" y="2628900"/>
            <a:ext cx="0" cy="1024344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38" name="Rounded Rectangle 18">
            <a:extLst>
              <a:ext uri="{FF2B5EF4-FFF2-40B4-BE49-F238E27FC236}">
                <a16:creationId xmlns:a16="http://schemas.microsoft.com/office/drawing/2014/main" id="{8D07AF94-6A8A-F5D7-E846-899E4FD90551}"/>
              </a:ext>
            </a:extLst>
          </p:cNvPr>
          <p:cNvSpPr/>
          <p:nvPr/>
        </p:nvSpPr>
        <p:spPr>
          <a:xfrm>
            <a:off x="9791700" y="3348444"/>
            <a:ext cx="2038350" cy="60960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9525">
            <a:solidFill>
              <a:srgbClr val="889096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A7C5C25-4CCA-F518-F079-FC236DF97826}"/>
              </a:ext>
            </a:extLst>
          </p:cNvPr>
          <p:cNvSpPr txBox="1"/>
          <p:nvPr/>
        </p:nvSpPr>
        <p:spPr>
          <a:xfrm>
            <a:off x="9848850" y="3386544"/>
            <a:ext cx="19240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11181C"/>
                </a:solidFill>
                <a:latin typeface="Arial"/>
              </a:rPr>
              <a:t>Marketing Communication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870B9C6-5BA6-A8C4-4CE8-31B156C69BCA}"/>
              </a:ext>
            </a:extLst>
          </p:cNvPr>
          <p:cNvSpPr txBox="1"/>
          <p:nvPr/>
        </p:nvSpPr>
        <p:spPr>
          <a:xfrm>
            <a:off x="9848850" y="3538944"/>
            <a:ext cx="19240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97177"/>
                </a:solidFill>
                <a:latin typeface="Arial"/>
              </a:rPr>
              <a:t>Karina Audina E.</a:t>
            </a:r>
          </a:p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97177"/>
                </a:solidFill>
                <a:latin typeface="Arial"/>
              </a:rPr>
              <a:t>Adinda Siti K. (Marcomm)</a:t>
            </a:r>
          </a:p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97177"/>
                </a:solidFill>
                <a:latin typeface="Arial"/>
              </a:rPr>
              <a:t>Rahma (Graphic Designer)</a:t>
            </a:r>
          </a:p>
        </p:txBody>
      </p:sp>
      <p:cxnSp>
        <p:nvCxnSpPr>
          <p:cNvPr id="44" name="Connector 21">
            <a:extLst>
              <a:ext uri="{FF2B5EF4-FFF2-40B4-BE49-F238E27FC236}">
                <a16:creationId xmlns:a16="http://schemas.microsoft.com/office/drawing/2014/main" id="{AFB5CCD2-D73F-9C55-D1E0-0CFD152FB734}"/>
              </a:ext>
            </a:extLst>
          </p:cNvPr>
          <p:cNvCxnSpPr/>
          <p:nvPr/>
        </p:nvCxnSpPr>
        <p:spPr>
          <a:xfrm>
            <a:off x="1392034" y="2757894"/>
            <a:ext cx="7090971" cy="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cxnSp>
        <p:nvCxnSpPr>
          <p:cNvPr id="46" name="Connector 22">
            <a:extLst>
              <a:ext uri="{FF2B5EF4-FFF2-40B4-BE49-F238E27FC236}">
                <a16:creationId xmlns:a16="http://schemas.microsoft.com/office/drawing/2014/main" id="{E3D9C29A-CBCC-4C49-1AB4-2E48ACECAE8D}"/>
              </a:ext>
            </a:extLst>
          </p:cNvPr>
          <p:cNvCxnSpPr/>
          <p:nvPr/>
        </p:nvCxnSpPr>
        <p:spPr>
          <a:xfrm>
            <a:off x="1392034" y="2757894"/>
            <a:ext cx="0" cy="15240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48" name="Rounded Rectangle 23">
            <a:extLst>
              <a:ext uri="{FF2B5EF4-FFF2-40B4-BE49-F238E27FC236}">
                <a16:creationId xmlns:a16="http://schemas.microsoft.com/office/drawing/2014/main" id="{D9B5D6CC-B9B8-8DDD-00AA-3F977731EFA3}"/>
              </a:ext>
            </a:extLst>
          </p:cNvPr>
          <p:cNvSpPr/>
          <p:nvPr/>
        </p:nvSpPr>
        <p:spPr>
          <a:xfrm>
            <a:off x="346470" y="2910294"/>
            <a:ext cx="2091129" cy="419100"/>
          </a:xfrm>
          <a:prstGeom prst="roundRect">
            <a:avLst>
              <a:gd name="adj" fmla="val 11363"/>
            </a:avLst>
          </a:prstGeom>
          <a:solidFill>
            <a:srgbClr val="11181C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BD7C1DB-0E86-5155-6F2D-84555C086F2B}"/>
              </a:ext>
            </a:extLst>
          </p:cNvPr>
          <p:cNvSpPr txBox="1"/>
          <p:nvPr/>
        </p:nvSpPr>
        <p:spPr>
          <a:xfrm>
            <a:off x="393638" y="2957919"/>
            <a:ext cx="1996792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Kresnanto A.W.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6B3EB09-C92A-83A2-900F-85EEE82BF200}"/>
              </a:ext>
            </a:extLst>
          </p:cNvPr>
          <p:cNvSpPr txBox="1"/>
          <p:nvPr/>
        </p:nvSpPr>
        <p:spPr>
          <a:xfrm>
            <a:off x="393638" y="3110319"/>
            <a:ext cx="1996792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83E7AE"/>
                </a:solidFill>
                <a:latin typeface="Arial"/>
              </a:rPr>
              <a:t>MKT STRATEGIC 1 HEAD</a:t>
            </a:r>
          </a:p>
        </p:txBody>
      </p:sp>
      <p:cxnSp>
        <p:nvCxnSpPr>
          <p:cNvPr id="53" name="Connector 26">
            <a:extLst>
              <a:ext uri="{FF2B5EF4-FFF2-40B4-BE49-F238E27FC236}">
                <a16:creationId xmlns:a16="http://schemas.microsoft.com/office/drawing/2014/main" id="{22BCA73F-A956-8021-1808-2F437407EDA3}"/>
              </a:ext>
            </a:extLst>
          </p:cNvPr>
          <p:cNvCxnSpPr/>
          <p:nvPr/>
        </p:nvCxnSpPr>
        <p:spPr>
          <a:xfrm>
            <a:off x="425083" y="3329394"/>
            <a:ext cx="0" cy="85725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cxnSp>
        <p:nvCxnSpPr>
          <p:cNvPr id="54" name="Connector 27">
            <a:extLst>
              <a:ext uri="{FF2B5EF4-FFF2-40B4-BE49-F238E27FC236}">
                <a16:creationId xmlns:a16="http://schemas.microsoft.com/office/drawing/2014/main" id="{B686C870-4393-D175-CCC9-8E3C3F5BE57E}"/>
              </a:ext>
            </a:extLst>
          </p:cNvPr>
          <p:cNvCxnSpPr/>
          <p:nvPr/>
        </p:nvCxnSpPr>
        <p:spPr>
          <a:xfrm>
            <a:off x="425083" y="3653244"/>
            <a:ext cx="62892" cy="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55" name="Rounded Rectangle 28">
            <a:extLst>
              <a:ext uri="{FF2B5EF4-FFF2-40B4-BE49-F238E27FC236}">
                <a16:creationId xmlns:a16="http://schemas.microsoft.com/office/drawing/2014/main" id="{1974E527-495A-C071-0CDB-09621663163A}"/>
              </a:ext>
            </a:extLst>
          </p:cNvPr>
          <p:cNvSpPr/>
          <p:nvPr/>
        </p:nvSpPr>
        <p:spPr>
          <a:xfrm>
            <a:off x="487975" y="3424644"/>
            <a:ext cx="1949624" cy="45720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9525">
            <a:solidFill>
              <a:srgbClr val="889096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2C7D2AB-5C18-D2DC-C82D-4DC666166335}"/>
              </a:ext>
            </a:extLst>
          </p:cNvPr>
          <p:cNvSpPr txBox="1"/>
          <p:nvPr/>
        </p:nvSpPr>
        <p:spPr>
          <a:xfrm>
            <a:off x="535143" y="3472269"/>
            <a:ext cx="185528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11181C"/>
                </a:solidFill>
                <a:latin typeface="Arial"/>
              </a:rPr>
              <a:t>Satrio F.R.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2F76423-7040-4CD3-D28E-8C348E721C86}"/>
              </a:ext>
            </a:extLst>
          </p:cNvPr>
          <p:cNvSpPr txBox="1"/>
          <p:nvPr/>
        </p:nvSpPr>
        <p:spPr>
          <a:xfrm>
            <a:off x="535143" y="3624669"/>
            <a:ext cx="1855287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97177"/>
                </a:solidFill>
                <a:latin typeface="Arial"/>
              </a:rPr>
              <a:t>Big Suppeq, Big Vessel, Bucket</a:t>
            </a:r>
          </a:p>
        </p:txBody>
      </p:sp>
      <p:cxnSp>
        <p:nvCxnSpPr>
          <p:cNvPr id="58" name="Connector 31">
            <a:extLst>
              <a:ext uri="{FF2B5EF4-FFF2-40B4-BE49-F238E27FC236}">
                <a16:creationId xmlns:a16="http://schemas.microsoft.com/office/drawing/2014/main" id="{791564D3-FDFB-F980-9C74-B258C1EC65D8}"/>
              </a:ext>
            </a:extLst>
          </p:cNvPr>
          <p:cNvCxnSpPr/>
          <p:nvPr/>
        </p:nvCxnSpPr>
        <p:spPr>
          <a:xfrm>
            <a:off x="425083" y="4186644"/>
            <a:ext cx="62892" cy="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59" name="Rounded Rectangle 32">
            <a:extLst>
              <a:ext uri="{FF2B5EF4-FFF2-40B4-BE49-F238E27FC236}">
                <a16:creationId xmlns:a16="http://schemas.microsoft.com/office/drawing/2014/main" id="{DE48494C-0E74-AE2B-EFD6-AB3E0E238965}"/>
              </a:ext>
            </a:extLst>
          </p:cNvPr>
          <p:cNvSpPr/>
          <p:nvPr/>
        </p:nvSpPr>
        <p:spPr>
          <a:xfrm>
            <a:off x="487975" y="3958044"/>
            <a:ext cx="1949624" cy="45720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9525">
            <a:solidFill>
              <a:srgbClr val="889096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00102B2-15F2-C9A9-04BE-55D829F294EE}"/>
              </a:ext>
            </a:extLst>
          </p:cNvPr>
          <p:cNvSpPr txBox="1"/>
          <p:nvPr/>
        </p:nvSpPr>
        <p:spPr>
          <a:xfrm>
            <a:off x="535143" y="4005669"/>
            <a:ext cx="185528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11181C"/>
                </a:solidFill>
                <a:latin typeface="Arial"/>
              </a:rPr>
              <a:t>M. Fawwaz J.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FE1656D-3160-B2D0-79D2-BA36B222713D}"/>
              </a:ext>
            </a:extLst>
          </p:cNvPr>
          <p:cNvSpPr txBox="1"/>
          <p:nvPr/>
        </p:nvSpPr>
        <p:spPr>
          <a:xfrm>
            <a:off x="535143" y="4158069"/>
            <a:ext cx="1855287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97177"/>
                </a:solidFill>
                <a:latin typeface="Arial"/>
              </a:rPr>
              <a:t>Cabin, Forestry, Agro, Forklift, Towerlamp, Pump</a:t>
            </a:r>
          </a:p>
        </p:txBody>
      </p:sp>
      <p:cxnSp>
        <p:nvCxnSpPr>
          <p:cNvPr id="62" name="Connector 35">
            <a:extLst>
              <a:ext uri="{FF2B5EF4-FFF2-40B4-BE49-F238E27FC236}">
                <a16:creationId xmlns:a16="http://schemas.microsoft.com/office/drawing/2014/main" id="{5AB8E824-1CAA-BF80-8A7B-82B8CB9F24C6}"/>
              </a:ext>
            </a:extLst>
          </p:cNvPr>
          <p:cNvCxnSpPr/>
          <p:nvPr/>
        </p:nvCxnSpPr>
        <p:spPr>
          <a:xfrm>
            <a:off x="3755691" y="2757894"/>
            <a:ext cx="0" cy="15240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63" name="Rounded Rectangle 36">
            <a:extLst>
              <a:ext uri="{FF2B5EF4-FFF2-40B4-BE49-F238E27FC236}">
                <a16:creationId xmlns:a16="http://schemas.microsoft.com/office/drawing/2014/main" id="{C2B77492-F203-567F-7525-8BDBDD33394E}"/>
              </a:ext>
            </a:extLst>
          </p:cNvPr>
          <p:cNvSpPr/>
          <p:nvPr/>
        </p:nvSpPr>
        <p:spPr>
          <a:xfrm>
            <a:off x="2662958" y="2853144"/>
            <a:ext cx="2185466" cy="3257550"/>
          </a:xfrm>
          <a:prstGeom prst="roundRect">
            <a:avLst>
              <a:gd name="adj" fmla="val 2877"/>
            </a:avLst>
          </a:prstGeom>
          <a:noFill/>
          <a:ln w="19050">
            <a:solidFill>
              <a:srgbClr val="076932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64" name="Rounded Rectangle 37">
            <a:extLst>
              <a:ext uri="{FF2B5EF4-FFF2-40B4-BE49-F238E27FC236}">
                <a16:creationId xmlns:a16="http://schemas.microsoft.com/office/drawing/2014/main" id="{1715DFD3-BECA-0B3E-98B9-FD29D9A03529}"/>
              </a:ext>
            </a:extLst>
          </p:cNvPr>
          <p:cNvSpPr/>
          <p:nvPr/>
        </p:nvSpPr>
        <p:spPr>
          <a:xfrm>
            <a:off x="2710127" y="2910294"/>
            <a:ext cx="2091129" cy="419100"/>
          </a:xfrm>
          <a:prstGeom prst="roundRect">
            <a:avLst>
              <a:gd name="adj" fmla="val 11363"/>
            </a:avLst>
          </a:prstGeom>
          <a:solidFill>
            <a:srgbClr val="11181C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65021AD-C02C-FC71-6680-C8402DB82858}"/>
              </a:ext>
            </a:extLst>
          </p:cNvPr>
          <p:cNvSpPr txBox="1"/>
          <p:nvPr/>
        </p:nvSpPr>
        <p:spPr>
          <a:xfrm>
            <a:off x="2757295" y="2957919"/>
            <a:ext cx="1996792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Ignatius Indrawan S.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980F99D-9C28-C29A-3216-B6EF558294D5}"/>
              </a:ext>
            </a:extLst>
          </p:cNvPr>
          <p:cNvSpPr txBox="1"/>
          <p:nvPr/>
        </p:nvSpPr>
        <p:spPr>
          <a:xfrm>
            <a:off x="2757295" y="3110319"/>
            <a:ext cx="1996792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83E7AE"/>
                </a:solidFill>
                <a:latin typeface="Arial"/>
              </a:rPr>
              <a:t>MKT STRATEGIC 2 DEPUTY HEAD</a:t>
            </a:r>
          </a:p>
        </p:txBody>
      </p:sp>
      <p:cxnSp>
        <p:nvCxnSpPr>
          <p:cNvPr id="67" name="Connector 40">
            <a:extLst>
              <a:ext uri="{FF2B5EF4-FFF2-40B4-BE49-F238E27FC236}">
                <a16:creationId xmlns:a16="http://schemas.microsoft.com/office/drawing/2014/main" id="{3E0D6980-FDDB-3004-3968-FC25E1471DC2}"/>
              </a:ext>
            </a:extLst>
          </p:cNvPr>
          <p:cNvCxnSpPr/>
          <p:nvPr/>
        </p:nvCxnSpPr>
        <p:spPr>
          <a:xfrm>
            <a:off x="2788740" y="3329394"/>
            <a:ext cx="0" cy="245745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cxnSp>
        <p:nvCxnSpPr>
          <p:cNvPr id="68" name="Connector 41">
            <a:extLst>
              <a:ext uri="{FF2B5EF4-FFF2-40B4-BE49-F238E27FC236}">
                <a16:creationId xmlns:a16="http://schemas.microsoft.com/office/drawing/2014/main" id="{6F8C49C5-8EDB-0EAD-85E7-29F3C9F8AA17}"/>
              </a:ext>
            </a:extLst>
          </p:cNvPr>
          <p:cNvCxnSpPr/>
          <p:nvPr/>
        </p:nvCxnSpPr>
        <p:spPr>
          <a:xfrm>
            <a:off x="2788740" y="3653244"/>
            <a:ext cx="62892" cy="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69" name="Rounded Rectangle 42">
            <a:extLst>
              <a:ext uri="{FF2B5EF4-FFF2-40B4-BE49-F238E27FC236}">
                <a16:creationId xmlns:a16="http://schemas.microsoft.com/office/drawing/2014/main" id="{B0BE50E9-2214-E767-7A0D-593785B02DEB}"/>
              </a:ext>
            </a:extLst>
          </p:cNvPr>
          <p:cNvSpPr/>
          <p:nvPr/>
        </p:nvSpPr>
        <p:spPr>
          <a:xfrm>
            <a:off x="2851632" y="3424644"/>
            <a:ext cx="1949624" cy="45720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9525">
            <a:solidFill>
              <a:srgbClr val="889096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3AD7795-4680-E540-46E4-B6EB3D5E330D}"/>
              </a:ext>
            </a:extLst>
          </p:cNvPr>
          <p:cNvSpPr txBox="1"/>
          <p:nvPr/>
        </p:nvSpPr>
        <p:spPr>
          <a:xfrm>
            <a:off x="2898800" y="3472269"/>
            <a:ext cx="185528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11181C"/>
                </a:solidFill>
                <a:latin typeface="Arial"/>
              </a:rPr>
              <a:t>Ervin Bahar P.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0F58C40-437F-9754-CB50-2EE671C51D45}"/>
              </a:ext>
            </a:extLst>
          </p:cNvPr>
          <p:cNvSpPr txBox="1"/>
          <p:nvPr/>
        </p:nvSpPr>
        <p:spPr>
          <a:xfrm>
            <a:off x="2898800" y="3624669"/>
            <a:ext cx="1855287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97177"/>
                </a:solidFill>
                <a:latin typeface="Arial"/>
              </a:rPr>
              <a:t>Medium Vessel, Man Hauler, Bus Scania</a:t>
            </a:r>
          </a:p>
        </p:txBody>
      </p:sp>
      <p:cxnSp>
        <p:nvCxnSpPr>
          <p:cNvPr id="72" name="Connector 45">
            <a:extLst>
              <a:ext uri="{FF2B5EF4-FFF2-40B4-BE49-F238E27FC236}">
                <a16:creationId xmlns:a16="http://schemas.microsoft.com/office/drawing/2014/main" id="{72183C2B-699A-816B-A0C7-8DFB4A8CC1D8}"/>
              </a:ext>
            </a:extLst>
          </p:cNvPr>
          <p:cNvCxnSpPr/>
          <p:nvPr/>
        </p:nvCxnSpPr>
        <p:spPr>
          <a:xfrm>
            <a:off x="2788740" y="4186644"/>
            <a:ext cx="62892" cy="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73" name="Rounded Rectangle 46">
            <a:extLst>
              <a:ext uri="{FF2B5EF4-FFF2-40B4-BE49-F238E27FC236}">
                <a16:creationId xmlns:a16="http://schemas.microsoft.com/office/drawing/2014/main" id="{77C68762-367C-BC90-3C09-ED28B6B24BA9}"/>
              </a:ext>
            </a:extLst>
          </p:cNvPr>
          <p:cNvSpPr/>
          <p:nvPr/>
        </p:nvSpPr>
        <p:spPr>
          <a:xfrm>
            <a:off x="2851632" y="3958044"/>
            <a:ext cx="1949624" cy="457200"/>
          </a:xfrm>
          <a:prstGeom prst="roundRect">
            <a:avLst>
              <a:gd name="adj" fmla="val 10416"/>
            </a:avLst>
          </a:prstGeom>
          <a:solidFill>
            <a:srgbClr val="E1F9EC"/>
          </a:solidFill>
          <a:ln w="19050">
            <a:solidFill>
              <a:srgbClr val="076932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C24E505-6304-085B-F7F1-0B3D25330738}"/>
              </a:ext>
            </a:extLst>
          </p:cNvPr>
          <p:cNvSpPr txBox="1"/>
          <p:nvPr/>
        </p:nvSpPr>
        <p:spPr>
          <a:xfrm>
            <a:off x="2898800" y="4005669"/>
            <a:ext cx="185528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11181C"/>
                </a:solidFill>
                <a:latin typeface="Arial"/>
              </a:rPr>
              <a:t>Tiberias K.S.  ◄ ME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6D8CF70-51CF-DCBE-4679-ABAB3B487EC0}"/>
              </a:ext>
            </a:extLst>
          </p:cNvPr>
          <p:cNvSpPr txBox="1"/>
          <p:nvPr/>
        </p:nvSpPr>
        <p:spPr>
          <a:xfrm>
            <a:off x="2898800" y="4158069"/>
            <a:ext cx="1855287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076932"/>
                </a:solidFill>
                <a:latin typeface="Arial"/>
              </a:rPr>
              <a:t>Small Suppeq, Truck Others</a:t>
            </a:r>
          </a:p>
        </p:txBody>
      </p:sp>
      <p:cxnSp>
        <p:nvCxnSpPr>
          <p:cNvPr id="76" name="Connector 49">
            <a:extLst>
              <a:ext uri="{FF2B5EF4-FFF2-40B4-BE49-F238E27FC236}">
                <a16:creationId xmlns:a16="http://schemas.microsoft.com/office/drawing/2014/main" id="{D06588F0-7D90-4DD0-66CA-6DECBF1AF10C}"/>
              </a:ext>
            </a:extLst>
          </p:cNvPr>
          <p:cNvCxnSpPr/>
          <p:nvPr/>
        </p:nvCxnSpPr>
        <p:spPr>
          <a:xfrm>
            <a:off x="2788740" y="4720044"/>
            <a:ext cx="62892" cy="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77" name="Rounded Rectangle 50">
            <a:extLst>
              <a:ext uri="{FF2B5EF4-FFF2-40B4-BE49-F238E27FC236}">
                <a16:creationId xmlns:a16="http://schemas.microsoft.com/office/drawing/2014/main" id="{AFB97E0E-F545-F14F-DA70-5E0820447D3C}"/>
              </a:ext>
            </a:extLst>
          </p:cNvPr>
          <p:cNvSpPr/>
          <p:nvPr/>
        </p:nvSpPr>
        <p:spPr>
          <a:xfrm>
            <a:off x="2851632" y="4491444"/>
            <a:ext cx="1949624" cy="45720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9525">
            <a:solidFill>
              <a:srgbClr val="889096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26826F3-B91F-F149-0A08-FA3ED71D286A}"/>
              </a:ext>
            </a:extLst>
          </p:cNvPr>
          <p:cNvSpPr txBox="1"/>
          <p:nvPr/>
        </p:nvSpPr>
        <p:spPr>
          <a:xfrm>
            <a:off x="2898800" y="4539069"/>
            <a:ext cx="185528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11181C"/>
                </a:solidFill>
                <a:latin typeface="Arial"/>
              </a:rPr>
              <a:t>Eurico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4D2BE91-656A-381F-6FC8-56920C1B0EA5}"/>
              </a:ext>
            </a:extLst>
          </p:cNvPr>
          <p:cNvSpPr txBox="1"/>
          <p:nvPr/>
        </p:nvSpPr>
        <p:spPr>
          <a:xfrm>
            <a:off x="2898800" y="4691469"/>
            <a:ext cx="1855287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97177"/>
                </a:solidFill>
                <a:latin typeface="Arial"/>
              </a:rPr>
              <a:t>Mining / Non-mining Trailer, Overseas Zone</a:t>
            </a:r>
          </a:p>
        </p:txBody>
      </p:sp>
      <p:cxnSp>
        <p:nvCxnSpPr>
          <p:cNvPr id="80" name="Connector 53">
            <a:extLst>
              <a:ext uri="{FF2B5EF4-FFF2-40B4-BE49-F238E27FC236}">
                <a16:creationId xmlns:a16="http://schemas.microsoft.com/office/drawing/2014/main" id="{BF39C6FE-E2A1-6A8C-7ADA-133F10C5B246}"/>
              </a:ext>
            </a:extLst>
          </p:cNvPr>
          <p:cNvCxnSpPr/>
          <p:nvPr/>
        </p:nvCxnSpPr>
        <p:spPr>
          <a:xfrm>
            <a:off x="2788740" y="5253444"/>
            <a:ext cx="62892" cy="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81" name="Rounded Rectangle 54">
            <a:extLst>
              <a:ext uri="{FF2B5EF4-FFF2-40B4-BE49-F238E27FC236}">
                <a16:creationId xmlns:a16="http://schemas.microsoft.com/office/drawing/2014/main" id="{F49A0FF6-1E6C-75E6-F8CB-C5080D24628F}"/>
              </a:ext>
            </a:extLst>
          </p:cNvPr>
          <p:cNvSpPr/>
          <p:nvPr/>
        </p:nvSpPr>
        <p:spPr>
          <a:xfrm>
            <a:off x="2851632" y="5024844"/>
            <a:ext cx="1949624" cy="45720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9525">
            <a:solidFill>
              <a:srgbClr val="889096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5622A93-0816-F31A-2CD1-2C30600772EC}"/>
              </a:ext>
            </a:extLst>
          </p:cNvPr>
          <p:cNvSpPr txBox="1"/>
          <p:nvPr/>
        </p:nvSpPr>
        <p:spPr>
          <a:xfrm>
            <a:off x="2898800" y="5072469"/>
            <a:ext cx="185528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11181C"/>
                </a:solidFill>
                <a:latin typeface="Arial"/>
              </a:rPr>
              <a:t>Nandu Narpati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B0B90F0-B004-3342-8165-520494B139C1}"/>
              </a:ext>
            </a:extLst>
          </p:cNvPr>
          <p:cNvSpPr txBox="1"/>
          <p:nvPr/>
        </p:nvSpPr>
        <p:spPr>
          <a:xfrm>
            <a:off x="2898800" y="5224869"/>
            <a:ext cx="1855287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97177"/>
                </a:solidFill>
                <a:latin typeface="Arial"/>
              </a:rPr>
              <a:t>Admin</a:t>
            </a:r>
          </a:p>
        </p:txBody>
      </p:sp>
      <p:cxnSp>
        <p:nvCxnSpPr>
          <p:cNvPr id="84" name="Connector 57">
            <a:extLst>
              <a:ext uri="{FF2B5EF4-FFF2-40B4-BE49-F238E27FC236}">
                <a16:creationId xmlns:a16="http://schemas.microsoft.com/office/drawing/2014/main" id="{D21D6E7C-3339-B40E-2830-0CD054EDC63F}"/>
              </a:ext>
            </a:extLst>
          </p:cNvPr>
          <p:cNvCxnSpPr/>
          <p:nvPr/>
        </p:nvCxnSpPr>
        <p:spPr>
          <a:xfrm>
            <a:off x="2788740" y="5786844"/>
            <a:ext cx="62892" cy="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85" name="Rounded Rectangle 58">
            <a:extLst>
              <a:ext uri="{FF2B5EF4-FFF2-40B4-BE49-F238E27FC236}">
                <a16:creationId xmlns:a16="http://schemas.microsoft.com/office/drawing/2014/main" id="{BCBC15D7-BA5C-6A27-BE23-7F8319DE130F}"/>
              </a:ext>
            </a:extLst>
          </p:cNvPr>
          <p:cNvSpPr/>
          <p:nvPr/>
        </p:nvSpPr>
        <p:spPr>
          <a:xfrm>
            <a:off x="2851632" y="5558244"/>
            <a:ext cx="1949624" cy="45720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9525">
            <a:solidFill>
              <a:srgbClr val="889096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4C40F7A-BFD9-B0C2-0C28-E71481244CD3}"/>
              </a:ext>
            </a:extLst>
          </p:cNvPr>
          <p:cNvSpPr txBox="1"/>
          <p:nvPr/>
        </p:nvSpPr>
        <p:spPr>
          <a:xfrm>
            <a:off x="2898800" y="5605869"/>
            <a:ext cx="185528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11181C"/>
                </a:solidFill>
                <a:latin typeface="Arial"/>
              </a:rPr>
              <a:t>Fitri Royani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E510933-8599-78BC-C136-53944962A0B1}"/>
              </a:ext>
            </a:extLst>
          </p:cNvPr>
          <p:cNvSpPr txBox="1"/>
          <p:nvPr/>
        </p:nvSpPr>
        <p:spPr>
          <a:xfrm>
            <a:off x="2898800" y="5758269"/>
            <a:ext cx="1855287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97177"/>
                </a:solidFill>
                <a:latin typeface="Arial"/>
              </a:rPr>
              <a:t>Admin</a:t>
            </a:r>
          </a:p>
        </p:txBody>
      </p:sp>
      <p:cxnSp>
        <p:nvCxnSpPr>
          <p:cNvPr id="88" name="Connector 61">
            <a:extLst>
              <a:ext uri="{FF2B5EF4-FFF2-40B4-BE49-F238E27FC236}">
                <a16:creationId xmlns:a16="http://schemas.microsoft.com/office/drawing/2014/main" id="{6928C143-4C79-3F02-DDBE-FD0C4FE2D489}"/>
              </a:ext>
            </a:extLst>
          </p:cNvPr>
          <p:cNvCxnSpPr/>
          <p:nvPr/>
        </p:nvCxnSpPr>
        <p:spPr>
          <a:xfrm>
            <a:off x="6119348" y="2757894"/>
            <a:ext cx="0" cy="15240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89" name="Rounded Rectangle 62">
            <a:extLst>
              <a:ext uri="{FF2B5EF4-FFF2-40B4-BE49-F238E27FC236}">
                <a16:creationId xmlns:a16="http://schemas.microsoft.com/office/drawing/2014/main" id="{FAB8AA03-884D-F092-3FF7-AEE9600EF3F8}"/>
              </a:ext>
            </a:extLst>
          </p:cNvPr>
          <p:cNvSpPr/>
          <p:nvPr/>
        </p:nvSpPr>
        <p:spPr>
          <a:xfrm>
            <a:off x="5073784" y="2910294"/>
            <a:ext cx="2091129" cy="419100"/>
          </a:xfrm>
          <a:prstGeom prst="roundRect">
            <a:avLst>
              <a:gd name="adj" fmla="val 11363"/>
            </a:avLst>
          </a:prstGeom>
          <a:solidFill>
            <a:srgbClr val="11181C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B39F09AC-B69A-B465-B82A-F689648E1749}"/>
              </a:ext>
            </a:extLst>
          </p:cNvPr>
          <p:cNvSpPr txBox="1"/>
          <p:nvPr/>
        </p:nvSpPr>
        <p:spPr>
          <a:xfrm>
            <a:off x="5120952" y="2957919"/>
            <a:ext cx="1996792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Ugik Praseno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FC0FBC2-836F-4E4D-4CBE-D2605E011D51}"/>
              </a:ext>
            </a:extLst>
          </p:cNvPr>
          <p:cNvSpPr txBox="1"/>
          <p:nvPr/>
        </p:nvSpPr>
        <p:spPr>
          <a:xfrm>
            <a:off x="5120952" y="3110319"/>
            <a:ext cx="1996792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83E7AE"/>
                </a:solidFill>
                <a:latin typeface="Arial"/>
              </a:rPr>
              <a:t>MKT STRATEGIC 3 HEAD</a:t>
            </a:r>
          </a:p>
        </p:txBody>
      </p:sp>
      <p:cxnSp>
        <p:nvCxnSpPr>
          <p:cNvPr id="92" name="Connector 65">
            <a:extLst>
              <a:ext uri="{FF2B5EF4-FFF2-40B4-BE49-F238E27FC236}">
                <a16:creationId xmlns:a16="http://schemas.microsoft.com/office/drawing/2014/main" id="{472E374C-5714-70B7-2559-65B2A3FF6EEA}"/>
              </a:ext>
            </a:extLst>
          </p:cNvPr>
          <p:cNvCxnSpPr/>
          <p:nvPr/>
        </p:nvCxnSpPr>
        <p:spPr>
          <a:xfrm>
            <a:off x="5152398" y="3329394"/>
            <a:ext cx="0" cy="192405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cxnSp>
        <p:nvCxnSpPr>
          <p:cNvPr id="93" name="Connector 66">
            <a:extLst>
              <a:ext uri="{FF2B5EF4-FFF2-40B4-BE49-F238E27FC236}">
                <a16:creationId xmlns:a16="http://schemas.microsoft.com/office/drawing/2014/main" id="{71D3DD4A-5481-5603-57C9-FD76D28EAAA7}"/>
              </a:ext>
            </a:extLst>
          </p:cNvPr>
          <p:cNvCxnSpPr/>
          <p:nvPr/>
        </p:nvCxnSpPr>
        <p:spPr>
          <a:xfrm>
            <a:off x="5152398" y="3653244"/>
            <a:ext cx="62891" cy="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94" name="Rounded Rectangle 67">
            <a:extLst>
              <a:ext uri="{FF2B5EF4-FFF2-40B4-BE49-F238E27FC236}">
                <a16:creationId xmlns:a16="http://schemas.microsoft.com/office/drawing/2014/main" id="{52D383A9-9CD5-BD65-7F32-6722A6655FCF}"/>
              </a:ext>
            </a:extLst>
          </p:cNvPr>
          <p:cNvSpPr/>
          <p:nvPr/>
        </p:nvSpPr>
        <p:spPr>
          <a:xfrm>
            <a:off x="5215289" y="3424644"/>
            <a:ext cx="1949624" cy="45720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9525">
            <a:solidFill>
              <a:srgbClr val="889096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1EABE8DD-4723-53FD-D1E2-90EE2C653359}"/>
              </a:ext>
            </a:extLst>
          </p:cNvPr>
          <p:cNvSpPr txBox="1"/>
          <p:nvPr/>
        </p:nvSpPr>
        <p:spPr>
          <a:xfrm>
            <a:off x="5262457" y="3472269"/>
            <a:ext cx="185528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11181C"/>
                </a:solidFill>
                <a:latin typeface="Arial"/>
              </a:rPr>
              <a:t>Baihaqi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96150E1B-401E-9C16-AB74-A602936D4BFD}"/>
              </a:ext>
            </a:extLst>
          </p:cNvPr>
          <p:cNvSpPr txBox="1"/>
          <p:nvPr/>
        </p:nvSpPr>
        <p:spPr>
          <a:xfrm>
            <a:off x="5262457" y="3624669"/>
            <a:ext cx="1855287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97177"/>
                </a:solidFill>
                <a:latin typeface="Arial"/>
              </a:rPr>
              <a:t>Mineral Processing, EPC</a:t>
            </a:r>
          </a:p>
        </p:txBody>
      </p:sp>
      <p:cxnSp>
        <p:nvCxnSpPr>
          <p:cNvPr id="97" name="Connector 70">
            <a:extLst>
              <a:ext uri="{FF2B5EF4-FFF2-40B4-BE49-F238E27FC236}">
                <a16:creationId xmlns:a16="http://schemas.microsoft.com/office/drawing/2014/main" id="{CD6C58E1-B4E1-BB63-2D59-21E7D9A7C09A}"/>
              </a:ext>
            </a:extLst>
          </p:cNvPr>
          <p:cNvCxnSpPr/>
          <p:nvPr/>
        </p:nvCxnSpPr>
        <p:spPr>
          <a:xfrm>
            <a:off x="5152398" y="4186644"/>
            <a:ext cx="62891" cy="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98" name="Rounded Rectangle 71">
            <a:extLst>
              <a:ext uri="{FF2B5EF4-FFF2-40B4-BE49-F238E27FC236}">
                <a16:creationId xmlns:a16="http://schemas.microsoft.com/office/drawing/2014/main" id="{319330CB-8FA0-15BC-AF4C-5F30B0A0D87D}"/>
              </a:ext>
            </a:extLst>
          </p:cNvPr>
          <p:cNvSpPr/>
          <p:nvPr/>
        </p:nvSpPr>
        <p:spPr>
          <a:xfrm>
            <a:off x="5215289" y="3958044"/>
            <a:ext cx="1949624" cy="45720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9525">
            <a:solidFill>
              <a:srgbClr val="889096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D0611E9E-27DE-090C-972E-3B3E0C99F626}"/>
              </a:ext>
            </a:extLst>
          </p:cNvPr>
          <p:cNvSpPr txBox="1"/>
          <p:nvPr/>
        </p:nvSpPr>
        <p:spPr>
          <a:xfrm>
            <a:off x="5262457" y="4005669"/>
            <a:ext cx="185528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11181C"/>
                </a:solidFill>
                <a:latin typeface="Arial"/>
              </a:rPr>
              <a:t>Yuda Prana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EB582BAE-933E-6AC2-D1A3-AE1B56713017}"/>
              </a:ext>
            </a:extLst>
          </p:cNvPr>
          <p:cNvSpPr txBox="1"/>
          <p:nvPr/>
        </p:nvSpPr>
        <p:spPr>
          <a:xfrm>
            <a:off x="5262457" y="4158069"/>
            <a:ext cx="1855287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97177"/>
                </a:solidFill>
                <a:latin typeface="Arial"/>
              </a:rPr>
              <a:t>Maritime, Renewable Energy</a:t>
            </a:r>
          </a:p>
        </p:txBody>
      </p:sp>
      <p:cxnSp>
        <p:nvCxnSpPr>
          <p:cNvPr id="101" name="Connector 74">
            <a:extLst>
              <a:ext uri="{FF2B5EF4-FFF2-40B4-BE49-F238E27FC236}">
                <a16:creationId xmlns:a16="http://schemas.microsoft.com/office/drawing/2014/main" id="{D3BDBD98-5533-39B2-2EE9-D5D799CEE827}"/>
              </a:ext>
            </a:extLst>
          </p:cNvPr>
          <p:cNvCxnSpPr/>
          <p:nvPr/>
        </p:nvCxnSpPr>
        <p:spPr>
          <a:xfrm>
            <a:off x="5152398" y="4720044"/>
            <a:ext cx="62891" cy="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102" name="Rounded Rectangle 75">
            <a:extLst>
              <a:ext uri="{FF2B5EF4-FFF2-40B4-BE49-F238E27FC236}">
                <a16:creationId xmlns:a16="http://schemas.microsoft.com/office/drawing/2014/main" id="{85DBB79F-F1DC-2BF0-C5EF-24455365A761}"/>
              </a:ext>
            </a:extLst>
          </p:cNvPr>
          <p:cNvSpPr/>
          <p:nvPr/>
        </p:nvSpPr>
        <p:spPr>
          <a:xfrm>
            <a:off x="5215289" y="4491444"/>
            <a:ext cx="1949624" cy="45720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9525">
            <a:solidFill>
              <a:srgbClr val="889096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D4FA9F5B-CBD9-8578-A742-AB38D3ADDD25}"/>
              </a:ext>
            </a:extLst>
          </p:cNvPr>
          <p:cNvSpPr txBox="1"/>
          <p:nvPr/>
        </p:nvSpPr>
        <p:spPr>
          <a:xfrm>
            <a:off x="5262457" y="4539069"/>
            <a:ext cx="185528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11181C"/>
                </a:solidFill>
                <a:latin typeface="Arial"/>
              </a:rPr>
              <a:t>Celine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92ADA2D3-1F95-39C0-0BA0-7EB79052442F}"/>
              </a:ext>
            </a:extLst>
          </p:cNvPr>
          <p:cNvSpPr txBox="1"/>
          <p:nvPr/>
        </p:nvSpPr>
        <p:spPr>
          <a:xfrm>
            <a:off x="5262457" y="4691469"/>
            <a:ext cx="1855287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97177"/>
                </a:solidFill>
                <a:latin typeface="Arial"/>
              </a:rPr>
              <a:t>Ultra Product Support</a:t>
            </a:r>
          </a:p>
        </p:txBody>
      </p:sp>
      <p:cxnSp>
        <p:nvCxnSpPr>
          <p:cNvPr id="105" name="Connector 78">
            <a:extLst>
              <a:ext uri="{FF2B5EF4-FFF2-40B4-BE49-F238E27FC236}">
                <a16:creationId xmlns:a16="http://schemas.microsoft.com/office/drawing/2014/main" id="{0B04EE54-BBA2-54E6-B040-A4BF1B228869}"/>
              </a:ext>
            </a:extLst>
          </p:cNvPr>
          <p:cNvCxnSpPr/>
          <p:nvPr/>
        </p:nvCxnSpPr>
        <p:spPr>
          <a:xfrm>
            <a:off x="5152398" y="5253444"/>
            <a:ext cx="62891" cy="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106" name="Rounded Rectangle 79">
            <a:extLst>
              <a:ext uri="{FF2B5EF4-FFF2-40B4-BE49-F238E27FC236}">
                <a16:creationId xmlns:a16="http://schemas.microsoft.com/office/drawing/2014/main" id="{AA0983F6-F10C-3959-7AD3-299AA14659CC}"/>
              </a:ext>
            </a:extLst>
          </p:cNvPr>
          <p:cNvSpPr/>
          <p:nvPr/>
        </p:nvSpPr>
        <p:spPr>
          <a:xfrm>
            <a:off x="5215289" y="5024844"/>
            <a:ext cx="1949624" cy="45720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9525">
            <a:solidFill>
              <a:srgbClr val="889096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99F11C05-C766-C3C0-BCCB-D4449E6ADBF4}"/>
              </a:ext>
            </a:extLst>
          </p:cNvPr>
          <p:cNvSpPr txBox="1"/>
          <p:nvPr/>
        </p:nvSpPr>
        <p:spPr>
          <a:xfrm>
            <a:off x="5262457" y="5072469"/>
            <a:ext cx="185528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11181C"/>
                </a:solidFill>
                <a:latin typeface="Arial"/>
              </a:rPr>
              <a:t>Hanifa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F4A2CBAE-FB70-49EF-C067-D2A8B8EA809A}"/>
              </a:ext>
            </a:extLst>
          </p:cNvPr>
          <p:cNvSpPr txBox="1"/>
          <p:nvPr/>
        </p:nvSpPr>
        <p:spPr>
          <a:xfrm>
            <a:off x="5262457" y="5224869"/>
            <a:ext cx="1855287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97177"/>
                </a:solidFill>
                <a:latin typeface="Arial"/>
              </a:rPr>
              <a:t>Automation, EV</a:t>
            </a:r>
          </a:p>
        </p:txBody>
      </p:sp>
      <p:cxnSp>
        <p:nvCxnSpPr>
          <p:cNvPr id="109" name="Connector 82">
            <a:extLst>
              <a:ext uri="{FF2B5EF4-FFF2-40B4-BE49-F238E27FC236}">
                <a16:creationId xmlns:a16="http://schemas.microsoft.com/office/drawing/2014/main" id="{28872A77-015A-3D86-7ECF-E6E3512737C4}"/>
              </a:ext>
            </a:extLst>
          </p:cNvPr>
          <p:cNvCxnSpPr/>
          <p:nvPr/>
        </p:nvCxnSpPr>
        <p:spPr>
          <a:xfrm>
            <a:off x="8483005" y="2757894"/>
            <a:ext cx="0" cy="15240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110" name="Rounded Rectangle 83">
            <a:extLst>
              <a:ext uri="{FF2B5EF4-FFF2-40B4-BE49-F238E27FC236}">
                <a16:creationId xmlns:a16="http://schemas.microsoft.com/office/drawing/2014/main" id="{5C75F706-384B-3CB1-247D-AFCAC5D4E70A}"/>
              </a:ext>
            </a:extLst>
          </p:cNvPr>
          <p:cNvSpPr/>
          <p:nvPr/>
        </p:nvSpPr>
        <p:spPr>
          <a:xfrm>
            <a:off x="7437441" y="2910294"/>
            <a:ext cx="2091129" cy="419100"/>
          </a:xfrm>
          <a:prstGeom prst="roundRect">
            <a:avLst>
              <a:gd name="adj" fmla="val 11363"/>
            </a:avLst>
          </a:prstGeom>
          <a:solidFill>
            <a:srgbClr val="11181C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5E54586E-F44D-3FCE-B211-8A8B840DE782}"/>
              </a:ext>
            </a:extLst>
          </p:cNvPr>
          <p:cNvSpPr txBox="1"/>
          <p:nvPr/>
        </p:nvSpPr>
        <p:spPr>
          <a:xfrm>
            <a:off x="7484609" y="2957919"/>
            <a:ext cx="1996792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Kresnanto A.W.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9EDE934F-68B8-2389-4741-AE2A3EC8AC06}"/>
              </a:ext>
            </a:extLst>
          </p:cNvPr>
          <p:cNvSpPr txBox="1"/>
          <p:nvPr/>
        </p:nvSpPr>
        <p:spPr>
          <a:xfrm>
            <a:off x="7484609" y="3110319"/>
            <a:ext cx="1996792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83E7AE"/>
                </a:solidFill>
                <a:latin typeface="Arial"/>
              </a:rPr>
              <a:t>APPLICATION ENGINEERING HEAD</a:t>
            </a:r>
          </a:p>
        </p:txBody>
      </p:sp>
      <p:cxnSp>
        <p:nvCxnSpPr>
          <p:cNvPr id="113" name="Connector 86">
            <a:extLst>
              <a:ext uri="{FF2B5EF4-FFF2-40B4-BE49-F238E27FC236}">
                <a16:creationId xmlns:a16="http://schemas.microsoft.com/office/drawing/2014/main" id="{69472E17-1FAA-9ED0-A6BB-AABCB01CA3D5}"/>
              </a:ext>
            </a:extLst>
          </p:cNvPr>
          <p:cNvCxnSpPr/>
          <p:nvPr/>
        </p:nvCxnSpPr>
        <p:spPr>
          <a:xfrm>
            <a:off x="7516055" y="3329394"/>
            <a:ext cx="0" cy="192405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cxnSp>
        <p:nvCxnSpPr>
          <p:cNvPr id="114" name="Connector 87">
            <a:extLst>
              <a:ext uri="{FF2B5EF4-FFF2-40B4-BE49-F238E27FC236}">
                <a16:creationId xmlns:a16="http://schemas.microsoft.com/office/drawing/2014/main" id="{6BBBB949-9581-5D3B-EEEB-33FBB2C5A2F7}"/>
              </a:ext>
            </a:extLst>
          </p:cNvPr>
          <p:cNvCxnSpPr/>
          <p:nvPr/>
        </p:nvCxnSpPr>
        <p:spPr>
          <a:xfrm>
            <a:off x="7516055" y="3653244"/>
            <a:ext cx="62891" cy="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115" name="Rounded Rectangle 88">
            <a:extLst>
              <a:ext uri="{FF2B5EF4-FFF2-40B4-BE49-F238E27FC236}">
                <a16:creationId xmlns:a16="http://schemas.microsoft.com/office/drawing/2014/main" id="{27F5523C-C63D-E3BD-CD91-2932A96806AE}"/>
              </a:ext>
            </a:extLst>
          </p:cNvPr>
          <p:cNvSpPr/>
          <p:nvPr/>
        </p:nvSpPr>
        <p:spPr>
          <a:xfrm>
            <a:off x="7578946" y="3424644"/>
            <a:ext cx="1949624" cy="45720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9525">
            <a:solidFill>
              <a:srgbClr val="889096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3B97ED4E-2415-DCAD-5A84-5201B254098D}"/>
              </a:ext>
            </a:extLst>
          </p:cNvPr>
          <p:cNvSpPr txBox="1"/>
          <p:nvPr/>
        </p:nvSpPr>
        <p:spPr>
          <a:xfrm>
            <a:off x="7626114" y="3472269"/>
            <a:ext cx="185528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11181C"/>
                </a:solidFill>
                <a:latin typeface="Arial"/>
              </a:rPr>
              <a:t>Agi Yogiansyah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D833E451-8149-2002-7BDC-A2B507EF758B}"/>
              </a:ext>
            </a:extLst>
          </p:cNvPr>
          <p:cNvSpPr txBox="1"/>
          <p:nvPr/>
        </p:nvSpPr>
        <p:spPr>
          <a:xfrm>
            <a:off x="7626114" y="3624669"/>
            <a:ext cx="1855287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97177"/>
                </a:solidFill>
                <a:latin typeface="Arial"/>
              </a:rPr>
              <a:t>Offroad Trailer (SST, SDT, LBT), Big Vessel</a:t>
            </a:r>
          </a:p>
        </p:txBody>
      </p:sp>
      <p:cxnSp>
        <p:nvCxnSpPr>
          <p:cNvPr id="118" name="Connector 91">
            <a:extLst>
              <a:ext uri="{FF2B5EF4-FFF2-40B4-BE49-F238E27FC236}">
                <a16:creationId xmlns:a16="http://schemas.microsoft.com/office/drawing/2014/main" id="{5B97B2D4-B739-FFF9-6D7D-AA106D2B61B1}"/>
              </a:ext>
            </a:extLst>
          </p:cNvPr>
          <p:cNvCxnSpPr/>
          <p:nvPr/>
        </p:nvCxnSpPr>
        <p:spPr>
          <a:xfrm>
            <a:off x="7516055" y="4186644"/>
            <a:ext cx="62891" cy="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119" name="Rounded Rectangle 92">
            <a:extLst>
              <a:ext uri="{FF2B5EF4-FFF2-40B4-BE49-F238E27FC236}">
                <a16:creationId xmlns:a16="http://schemas.microsoft.com/office/drawing/2014/main" id="{04C7297C-A811-F892-3A3E-FA20B56D5E8C}"/>
              </a:ext>
            </a:extLst>
          </p:cNvPr>
          <p:cNvSpPr/>
          <p:nvPr/>
        </p:nvSpPr>
        <p:spPr>
          <a:xfrm>
            <a:off x="7578946" y="3958044"/>
            <a:ext cx="1949624" cy="45720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9525">
            <a:solidFill>
              <a:srgbClr val="889096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05DFE502-4081-E605-696C-C9002F667C53}"/>
              </a:ext>
            </a:extLst>
          </p:cNvPr>
          <p:cNvSpPr txBox="1"/>
          <p:nvPr/>
        </p:nvSpPr>
        <p:spPr>
          <a:xfrm>
            <a:off x="7626114" y="4005669"/>
            <a:ext cx="185528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11181C"/>
                </a:solidFill>
                <a:latin typeface="Arial"/>
              </a:rPr>
              <a:t>M. Sugeng Riadi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A1110B46-21D6-5399-6711-72626EAC8CCC}"/>
              </a:ext>
            </a:extLst>
          </p:cNvPr>
          <p:cNvSpPr txBox="1"/>
          <p:nvPr/>
        </p:nvSpPr>
        <p:spPr>
          <a:xfrm>
            <a:off x="7626114" y="4158069"/>
            <a:ext cx="1855287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97177"/>
                </a:solidFill>
                <a:latin typeface="Arial"/>
              </a:rPr>
              <a:t>Supporting Equipment (WT, FT, LT), Mixer, EV</a:t>
            </a:r>
          </a:p>
        </p:txBody>
      </p:sp>
      <p:cxnSp>
        <p:nvCxnSpPr>
          <p:cNvPr id="122" name="Connector 95">
            <a:extLst>
              <a:ext uri="{FF2B5EF4-FFF2-40B4-BE49-F238E27FC236}">
                <a16:creationId xmlns:a16="http://schemas.microsoft.com/office/drawing/2014/main" id="{0828A347-C43D-282B-7632-DF6D064A3DEF}"/>
              </a:ext>
            </a:extLst>
          </p:cNvPr>
          <p:cNvCxnSpPr/>
          <p:nvPr/>
        </p:nvCxnSpPr>
        <p:spPr>
          <a:xfrm>
            <a:off x="7516055" y="4720044"/>
            <a:ext cx="62891" cy="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123" name="Rounded Rectangle 96">
            <a:extLst>
              <a:ext uri="{FF2B5EF4-FFF2-40B4-BE49-F238E27FC236}">
                <a16:creationId xmlns:a16="http://schemas.microsoft.com/office/drawing/2014/main" id="{331D58A9-4EA2-2F48-DA54-215D17B742E1}"/>
              </a:ext>
            </a:extLst>
          </p:cNvPr>
          <p:cNvSpPr/>
          <p:nvPr/>
        </p:nvSpPr>
        <p:spPr>
          <a:xfrm>
            <a:off x="7578946" y="4491444"/>
            <a:ext cx="1949624" cy="45720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9525">
            <a:solidFill>
              <a:srgbClr val="889096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5D571BE4-3947-B2F7-B527-717106416717}"/>
              </a:ext>
            </a:extLst>
          </p:cNvPr>
          <p:cNvSpPr txBox="1"/>
          <p:nvPr/>
        </p:nvSpPr>
        <p:spPr>
          <a:xfrm>
            <a:off x="7626114" y="4539069"/>
            <a:ext cx="185528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11181C"/>
                </a:solidFill>
                <a:latin typeface="Arial"/>
              </a:rPr>
              <a:t>Angger Suryo Prastowo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E77436B7-1DF4-E29C-A717-222BA676781D}"/>
              </a:ext>
            </a:extLst>
          </p:cNvPr>
          <p:cNvSpPr txBox="1"/>
          <p:nvPr/>
        </p:nvSpPr>
        <p:spPr>
          <a:xfrm>
            <a:off x="7626114" y="4691469"/>
            <a:ext cx="1855287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97177"/>
                </a:solidFill>
                <a:latin typeface="Arial"/>
              </a:rPr>
              <a:t>Manhauler, Towerlamp, Industrial (Crane truck, Tire handler)</a:t>
            </a:r>
          </a:p>
        </p:txBody>
      </p:sp>
      <p:cxnSp>
        <p:nvCxnSpPr>
          <p:cNvPr id="126" name="Connector 99">
            <a:extLst>
              <a:ext uri="{FF2B5EF4-FFF2-40B4-BE49-F238E27FC236}">
                <a16:creationId xmlns:a16="http://schemas.microsoft.com/office/drawing/2014/main" id="{2D697BDB-A619-58E5-0E6C-166043353422}"/>
              </a:ext>
            </a:extLst>
          </p:cNvPr>
          <p:cNvCxnSpPr/>
          <p:nvPr/>
        </p:nvCxnSpPr>
        <p:spPr>
          <a:xfrm>
            <a:off x="7516055" y="5253444"/>
            <a:ext cx="62891" cy="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127" name="Rounded Rectangle 100">
            <a:extLst>
              <a:ext uri="{FF2B5EF4-FFF2-40B4-BE49-F238E27FC236}">
                <a16:creationId xmlns:a16="http://schemas.microsoft.com/office/drawing/2014/main" id="{EDFCFF39-968E-2B22-B20D-4AF8ADEB2720}"/>
              </a:ext>
            </a:extLst>
          </p:cNvPr>
          <p:cNvSpPr/>
          <p:nvPr/>
        </p:nvSpPr>
        <p:spPr>
          <a:xfrm>
            <a:off x="7578946" y="5024844"/>
            <a:ext cx="1949624" cy="45720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9525">
            <a:solidFill>
              <a:srgbClr val="889096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3F769BE2-40E4-4A72-5E99-9C3B59D34B97}"/>
              </a:ext>
            </a:extLst>
          </p:cNvPr>
          <p:cNvSpPr txBox="1"/>
          <p:nvPr/>
        </p:nvSpPr>
        <p:spPr>
          <a:xfrm>
            <a:off x="7626114" y="5072469"/>
            <a:ext cx="185528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11181C"/>
                </a:solidFill>
                <a:latin typeface="Arial"/>
              </a:rPr>
              <a:t>Muhammad Fadlan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CC94BC7C-275A-F868-4173-376AE5BE8F8A}"/>
              </a:ext>
            </a:extLst>
          </p:cNvPr>
          <p:cNvSpPr txBox="1"/>
          <p:nvPr/>
        </p:nvSpPr>
        <p:spPr>
          <a:xfrm>
            <a:off x="7626114" y="5224869"/>
            <a:ext cx="1855287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97177"/>
                </a:solidFill>
                <a:latin typeface="Arial"/>
              </a:rPr>
              <a:t>On-road Trailer (FBT, SCT), Medium Vessel, Crusher, Bucket</a:t>
            </a:r>
          </a:p>
        </p:txBody>
      </p:sp>
    </p:spTree>
    <p:extLst>
      <p:ext uri="{BB962C8B-B14F-4D97-AF65-F5344CB8AC3E}">
        <p14:creationId xmlns:p14="http://schemas.microsoft.com/office/powerpoint/2010/main" val="640738053"/>
      </p:ext>
    </p:extLst>
  </p:cSld>
  <p:clrMapOvr>
    <a:masterClrMapping/>
  </p:clrMapOvr>
</p:sld>
</file>

<file path=ppt/theme/theme1.xml><?xml version="1.0" encoding="utf-8"?>
<a:theme xmlns:a="http://schemas.openxmlformats.org/drawingml/2006/main" name="Southwestern">
  <a:themeElements>
    <a:clrScheme name="Southwestern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A8BABF"/>
      </a:accent1>
      <a:accent2>
        <a:srgbClr val="C16A38"/>
      </a:accent2>
      <a:accent3>
        <a:srgbClr val="7B441F"/>
      </a:accent3>
      <a:accent4>
        <a:srgbClr val="DAC68B"/>
      </a:accent4>
      <a:accent5>
        <a:srgbClr val="B6BAA5"/>
      </a:accent5>
      <a:accent6>
        <a:srgbClr val="716C34"/>
      </a:accent6>
      <a:hlink>
        <a:srgbClr val="467886"/>
      </a:hlink>
      <a:folHlink>
        <a:srgbClr val="96607D"/>
      </a:folHlink>
    </a:clrScheme>
    <a:fontScheme name="Custom 13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outhwestern_Keynote_Presentation_win32_EF_v7" id="{CB75C61E-D0AA-411C-8CCB-350C46B2B4C2}" vid="{3FF803ED-F19F-4AA8-A921-9EC284451F8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0926D80-E9CD-42FE-82F3-4ECE08066669}">
  <we:reference id="WA200011549" version="1.0.0.0" store="Omex" storeType="OMEX"/>
  <we:alternateReferences>
    <we:reference id="WA200011549" version="1.0.0.0" store="WA200011549" storeType="OMEX"/>
  </we:alternateReferences>
  <we:properties/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76F8FCD-0A1F-4F6A-8F55-15E9E87E2E4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3A9C388-2C06-4AF2-857C-74055069A29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F782DA7-86C0-4A84-A860-11A1E6E3FB6B}">
  <ds:schemaRefs>
    <ds:schemaRef ds:uri="http://www.w3.org/XML/1998/namespace"/>
    <ds:schemaRef ds:uri="http://purl.org/dc/terms/"/>
    <ds:schemaRef ds:uri="http://schemas.openxmlformats.org/package/2006/metadata/core-properties"/>
    <ds:schemaRef ds:uri="http://purl.org/dc/elements/1.1/"/>
    <ds:schemaRef ds:uri="http://purl.org/dc/dcmitype/"/>
    <ds:schemaRef ds:uri="http://schemas.microsoft.com/sharepoint/v3"/>
    <ds:schemaRef ds:uri="http://schemas.microsoft.com/office/2006/documentManagement/types"/>
    <ds:schemaRef ds:uri="http://schemas.microsoft.com/office/infopath/2007/PartnerControls"/>
    <ds:schemaRef ds:uri="230e9df3-be65-4c73-a93b-d1236ebd677e"/>
    <ds:schemaRef ds:uri="16c05727-aa75-4e4a-9b5f-8a80a1165891"/>
    <ds:schemaRef ds:uri="71af3243-3dd4-4a8d-8c0d-dd76da1f02a5"/>
    <ds:schemaRef ds:uri="http://schemas.microsoft.com/office/2006/metadata/propertie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Axis</Template>
  <TotalTime>4491</TotalTime>
  <Words>2771</Words>
  <Application>Microsoft Office PowerPoint</Application>
  <PresentationFormat>Widescreen</PresentationFormat>
  <Paragraphs>574</Paragraphs>
  <Slides>14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Arial</vt:lpstr>
      <vt:lpstr>Neue Haas Grotesk Text Pro</vt:lpstr>
      <vt:lpstr>Neue Haas Grotesk Text Pro (Body)</vt:lpstr>
      <vt:lpstr>Southwestern</vt:lpstr>
      <vt:lpstr>New Employee Development Program</vt:lpstr>
      <vt:lpstr>My Education &amp; Working Experience</vt:lpstr>
      <vt:lpstr>PowerPoint Presentation</vt:lpstr>
      <vt:lpstr>PowerPoint Presentation</vt:lpstr>
      <vt:lpstr>Quote</vt:lpstr>
      <vt:lpstr>Quote</vt:lpstr>
      <vt:lpstr>Marketing Strategic 2 Associate</vt:lpstr>
      <vt:lpstr>PowerPoint Presentation</vt:lpstr>
      <vt:lpstr>PowerPoint Presentation</vt:lpstr>
      <vt:lpstr>PowerPoint Presentation</vt:lpstr>
      <vt:lpstr>Quote</vt:lpstr>
      <vt:lpstr>Quote</vt:lpstr>
      <vt:lpstr>Quote</vt:lpstr>
      <vt:lpstr>Quote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TIBERIAS KRISGAHARU SIMU - TRIATRA</dc:creator>
  <cp:lastModifiedBy>TIBERIAS KRISGAHARU SIMU - TRIATRA</cp:lastModifiedBy>
  <cp:revision>5</cp:revision>
  <dcterms:created xsi:type="dcterms:W3CDTF">2026-10-16T02:49:26Z</dcterms:created>
  <dcterms:modified xsi:type="dcterms:W3CDTF">2026-10-19T05:44:41Z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