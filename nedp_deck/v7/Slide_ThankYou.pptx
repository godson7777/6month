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6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61" r:id="rId1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DM Sans Bold" pitchFamily="2" charset="0"/>
      <p:bold r:id="rId20"/>
    </p:embeddedFont>
    <p:embeddedFont>
      <p:font typeface="Impact" panose="020B0806030902050204" pitchFamily="34" charset="0"/>
      <p:regular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403465-8584-0171-B704-F3AE7E793232}" v="5" dt="2026-04-02T04:20:35.161"/>
    <p1510:client id="{F9B4F617-2735-98A8-B40E-BEBC66C2C6B5}" v="7" dt="2026-04-02T04:24:26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a15ddd57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a15ddd57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6.svg"/><Relationship Id="rId6" Type="http://schemas.openxmlformats.org/officeDocument/2006/relationships/image" Target="../media/image37.svg"/><Relationship Id="rId7" Type="http://schemas.openxmlformats.org/officeDocument/2006/relationships/image" Target="../media/image38.svg"/><Relationship Id="rId8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 title="SLIDE PRESENTATION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4325025" y="207169"/>
            <a:ext cx="45288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New Employment Development Program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18" title="LOGO PRIMER - Orange Orange Biru.png"/>
          <p:cNvPicPr preferRelativeResize="0"/>
          <p:nvPr/>
        </p:nvPicPr>
        <p:blipFill rotWithShape="1">
          <a:blip r:embed="rId4">
            <a:alphaModFix/>
          </a:blip>
          <a:srcRect b="10"/>
          <a:stretch/>
        </p:blipFill>
        <p:spPr>
          <a:xfrm>
            <a:off x="244625" y="254625"/>
            <a:ext cx="1324677" cy="50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244625" y="4666594"/>
            <a:ext cx="45288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Triatra Sinergia Pratama</a:t>
            </a:r>
            <a:endParaRPr sz="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792DAF58-6424-2C38-631B-185423035851}"/>
              </a:ext>
            </a:extLst>
          </p:cNvPr>
          <p:cNvSpPr txBox="1"/>
          <p:nvPr/>
        </p:nvSpPr>
        <p:spPr>
          <a:xfrm>
            <a:off x="476118" y="1281306"/>
            <a:ext cx="5542720" cy="186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6000" b="1">
                <a:solidFill>
                  <a:srgbClr val="E55200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THANK</a:t>
            </a:r>
          </a:p>
          <a:p>
            <a:pPr lvl="0"/>
            <a:r>
              <a:rPr lang="en-ID" sz="6000" b="1">
                <a:solidFill>
                  <a:srgbClr val="E55200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YOU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F2B1277C-31BF-C6A8-2384-59D0267F1804}"/>
              </a:ext>
            </a:extLst>
          </p:cNvPr>
          <p:cNvSpPr txBox="1"/>
          <p:nvPr/>
        </p:nvSpPr>
        <p:spPr>
          <a:xfrm>
            <a:off x="238125" y="3792742"/>
            <a:ext cx="6096000" cy="380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1700" b="1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Tiberias Krisgaharu Simu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3D2C0794-22B4-9C65-984E-EB7F822C8E8B}"/>
              </a:ext>
            </a:extLst>
          </p:cNvPr>
          <p:cNvSpPr/>
          <p:nvPr/>
        </p:nvSpPr>
        <p:spPr>
          <a:xfrm>
            <a:off x="6526017" y="3827466"/>
            <a:ext cx="301152" cy="348118"/>
          </a:xfrm>
          <a:custGeom>
            <a:avLst/>
            <a:gdLst/>
            <a:ahLst/>
            <a:cxnLst/>
            <a:rect l="l" t="t" r="r" b="b"/>
            <a:pathLst>
              <a:path w="602303" h="602303">
                <a:moveTo>
                  <a:pt x="0" y="0"/>
                </a:moveTo>
                <a:lnTo>
                  <a:pt x="602302" y="0"/>
                </a:lnTo>
                <a:lnTo>
                  <a:pt x="602302" y="602303"/>
                </a:lnTo>
                <a:lnTo>
                  <a:pt x="0" y="602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333496BC-EDAB-D01D-A9F4-AADE074D8A49}"/>
              </a:ext>
            </a:extLst>
          </p:cNvPr>
          <p:cNvSpPr txBox="1"/>
          <p:nvPr/>
        </p:nvSpPr>
        <p:spPr>
          <a:xfrm>
            <a:off x="6827169" y="3792740"/>
            <a:ext cx="2316831" cy="380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1700" b="1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www.triatra.co.id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71FA6A0-E562-B03F-BC45-7D7FF9D70D3B}"/>
              </a:ext>
            </a:extLst>
          </p:cNvPr>
          <p:cNvSpPr/>
          <p:nvPr/>
        </p:nvSpPr>
        <p:spPr>
          <a:xfrm>
            <a:off x="7312823" y="2571750"/>
            <a:ext cx="465365" cy="482304"/>
          </a:xfrm>
          <a:custGeom>
            <a:avLst/>
            <a:gdLst/>
            <a:ahLst/>
            <a:cxnLst/>
            <a:rect l="l" t="t" r="r" b="b"/>
            <a:pathLst>
              <a:path w="708551" h="814426">
                <a:moveTo>
                  <a:pt x="0" y="0"/>
                </a:moveTo>
                <a:lnTo>
                  <a:pt x="708551" y="0"/>
                </a:lnTo>
                <a:lnTo>
                  <a:pt x="708551" y="814427"/>
                </a:lnTo>
                <a:lnTo>
                  <a:pt x="0" y="814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16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Akhdan Shaquille</dc:creator>
  <cp:revision>2</cp:revision>
  <dcterms:modified xsi:type="dcterms:W3CDTF">2026-10-19T11:06:35Z</dcterms:modified>
</cp:coreProperties>
</file>