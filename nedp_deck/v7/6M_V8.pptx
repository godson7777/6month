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 </a:t>
              </a:r>
              <a:br>
                <a:rPr lang="en-US" sz="1600" b="1" dirty="0"/>
              </a:br>
              <a:r>
                <a:rPr lang="en-US" sz="1600" b="1" dirty="0"/>
                <a:t>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Are Medium and Heavy still the leaders? 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Palfinger, Amco Veba and XCMG hold 86% of value </a:t>
                      </a:r>
                      <a:r>
                        <a:rPr lang="en-US" sz="700" dirty="0"/>
                        <a:t/>
                      </a:r>
                      <a:r>
                        <a:rPr lang="en-US" sz="700" dirty="0" err="1"/>
                        <a:t/>
                      </a:r>
                      <a:r>
                        <a:rPr lang="en-US" sz="700" dirty="0"/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/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50–55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win 45–50 tm with F.lli Ferrari; take on Palfinger PK 53002 at 50–55 tm with XCMG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XCMG has no 50–55 tm crane in the import data yet, so a model and price must be quoted. Above 60 tm XCMG has no model per tier, so F.lli Ferrari stays and shows its gap.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FBR450R A4 is 32% cheaper than V950. 9661C is 184% above SPK61502 and 990R 79% above PK 76002; XCMG has no model in either tier.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Model TBC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To be quoted by 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3.970.000.000  (+184%) · no XCMG model at 60–65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XCMG is the top 1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50–55 tm model in import data, so model and price TBC.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