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the market is? </a:t>
              </a:r>
              <a:br>
                <a:rPr lang="en-US" sz="1600" b="1" dirty="0"/>
              </a:br>
              <a:r>
                <a:rPr lang="en-US" sz="1600" b="1" dirty="0"/>
                <a:t>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Did Medium and Heavy class still the leader? 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</a:t>
                      </a:r>
                      <a:r>
                        <a:rPr lang="en-US" sz="700" dirty="0"/>
                        <a:t>, Amco </a:t>
                      </a:r>
                      <a:r>
                        <a:rPr lang="en-US" sz="700" dirty="0" err="1"/>
                        <a:t>Veba</a:t>
                      </a:r>
                      <a:r>
                        <a:rPr lang="en-US" sz="700" dirty="0"/>
                        <a:t> and XCMG </a:t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holds 86% of value </a:t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50–75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take on Palfinger PK 53002 at 50–55 tm with XCMG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XCMG has no 50–75 tm crane in the import data yet, so a model and price must be quoted.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 FBR450R A4 is 32% cheaper than V950. XCMG for PK 53002 (50–55 tm) and PK 76002 (70–75 tm): ask XCMG for a model and Triatra price.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 · no XCMG model in 60–65 tm import data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50–75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