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take on Palfinger PK 53002 at 50–55 tm with XCMG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XCMG has no 50–75 tm crane in the import data yet, so a model and price must be quoted.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 FBR450R A4 is 32% cheaper than V950. XCMG for PK 53002 (50–55 tm) and PK 76002 (70–75 tm): ask XCMG for a model and Triatra price.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 · no XCMG model in 60–65 tm import data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GSQZ460.4 priced like competitors (highest import unit price, 0% duty); no XCMG 50–75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