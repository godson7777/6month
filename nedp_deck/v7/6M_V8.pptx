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the market is?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Did Medium and Heavy class still the leader? 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</a:t>
                      </a:r>
                      <a:r>
                        <a:rPr lang="en-US" sz="700" dirty="0"/>
                        <a:t>, Amco </a:t>
                      </a:r>
                      <a:r>
                        <a:rPr lang="en-US" sz="700" dirty="0" err="1"/>
                        <a:t>Veba</a:t>
                      </a:r>
                      <a:r>
                        <a:rPr lang="en-US" sz="700" dirty="0"/>
                        <a:t> and XCMG </a:t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holds 86% of value </a:t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(86%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68% of Medium value (143 of 218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Palfinger PK 53002 holds 50–55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55% of Heavy value and PK 53002 takes 95% of it; 9601CR A8 is 85% above PK 53002, while FBR450R A4 is 32% below Amco Veba V950 at 45–50 tm.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7 tm tiers. 45–55 tm holds 83% of Heavy value (63 of 75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(66%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9601CR A8 is 85% above PK 53002; F.lli Ferrari has no model above 74 tm.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152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 (+85%)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55 – 60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Hyva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HB660 (60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1.980.000.000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FBR660R A4</a:t>
                      </a:r>
                    </a:p>
                  </a:txBody>
                  <a:tcPr anchor="ctr" marL="28575" marR="28575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2.030.000.000  (+3%)</a:t>
                      </a:r>
                    </a:p>
                  </a:txBody>
                  <a:tcPr anchor="ctr" marL="28575" marR="28575" marT="9525" marB="9525">
                    <a:solidFill>
                      <a:srgbClr val="FFF7C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