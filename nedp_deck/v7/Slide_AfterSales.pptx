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After Sales/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happens after the unit is delivered?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After delivery, I monitor unit performance and make sure problems do not repeat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Units under warranty are monitored, and every failure is followed up.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Pentagon 35"/>
          <p:cNvSpPr/>
          <p:nvPr/>
        </p:nvSpPr>
        <p:spPr>
          <a:xfrm>
            <a:off x="342900" y="2114550"/>
            <a:ext cx="5715000" cy="285750"/>
          </a:xfrm>
          <a:prstGeom prst="homePlat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1. Monitor Unit Performance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495550"/>
            <a:ext cx="56388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Monitor unit performance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Gather customer feedback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2900" y="2952750"/>
            <a:ext cx="5715000" cy="3429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as1_warra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3059906"/>
            <a:ext cx="5715000" cy="3214688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0" name="Chevron 39"/>
          <p:cNvSpPr/>
          <p:nvPr/>
        </p:nvSpPr>
        <p:spPr>
          <a:xfrm>
            <a:off x="6115050" y="2114550"/>
            <a:ext cx="571500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2. Follow Up Problems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53150" y="2495550"/>
            <a:ext cx="56388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Follow up problems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Ensure the problem is not repeated in other orders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15050" y="2952750"/>
            <a:ext cx="5715000" cy="3429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as2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050" y="3059906"/>
            <a:ext cx="5715000" cy="3214688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342900" y="6457950"/>
            <a:ext cx="114871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6B6B6B"/>
                </a:solidFill>
                <a:latin typeface="Neue Haas Grotesk Text Pro"/>
              </a:rPr>
              <a:t>Photos: warranty unit population report and product failure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