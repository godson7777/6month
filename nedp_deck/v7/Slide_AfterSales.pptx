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0524991" cy="587067"/>
            <a:chOff x="347225" y="685795"/>
            <a:chExt cx="10524991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After Sales/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6814687" y="685795"/>
              <a:ext cx="286271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What happens after the unit is delivered?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After delivery, I track every unit under warranty and analyse each failure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6 units under warranty and 25 failures recorded; most are minor and can be fixed at the source.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Pentagon 35"/>
          <p:cNvSpPr/>
          <p:nvPr/>
        </p:nvSpPr>
        <p:spPr>
          <a:xfrm>
            <a:off x="342900" y="2114550"/>
            <a:ext cx="5715000" cy="285750"/>
          </a:xfrm>
          <a:prstGeom prst="homePlat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1. Units Under Warranty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2495550"/>
            <a:ext cx="56388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6 units under warranty (0–1 year): 2 lube trucks, 2 water trucks, 2 truck cranes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Delivery and commissioning dates tracked per serial number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Unit performance followed up with the end customer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" y="3276600"/>
            <a:ext cx="5715000" cy="3105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s1_warra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67" y="3276600"/>
            <a:ext cx="5520267" cy="31051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0" name="Chevron 39"/>
          <p:cNvSpPr/>
          <p:nvPr/>
        </p:nvSpPr>
        <p:spPr>
          <a:xfrm>
            <a:off x="6115050" y="2114550"/>
            <a:ext cx="5715000" cy="285750"/>
          </a:xfrm>
          <a:prstGeom prst="chevron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2. Product Failure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150" y="2495550"/>
            <a:ext cx="56388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25 failures on 6 units: 96% minor, 76% system-related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Pareto by unit and by symptom shows where problems repeat (R60825: 9 failures)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Cause by 4M: material 48%, method 44%, man 8%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Findings shared with UTE so the same problem does not repeat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15050" y="3276600"/>
            <a:ext cx="5715000" cy="3105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as2_fail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417" y="3276600"/>
            <a:ext cx="5520267" cy="31051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342900" y="6457950"/>
            <a:ext cx="114871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>
                <a:solidFill>
                  <a:srgbClr val="6B6B6B"/>
                </a:solidFill>
                <a:latin typeface="Neue Haas Grotesk Text Pro"/>
              </a:rPr>
              <a:t>Photos: warranty unit population report and product failure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