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Competitor Map/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 worth Rp 39,1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Jan 2023 – 14 Aug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343150"/>
          <a:ext cx="1148715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cheapest of the same size</a:t>
                      </a:r>
                    </a:p>
                  </a:txBody>
                  <a:tcPr anchor="ctr" marL="57150" marR="57150" marT="47625" marB="2857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vs Palfinger PK 5001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(Rp 316 Jt /unit)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1,5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3,5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543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4,3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4,9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 · Rp 0,80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3,1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 · Rp 0,33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1,0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0,05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&gt; 5 – 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37,9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6,7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vs Sany Palfinger SPK8500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(Rp 209 Jt /unit)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7,0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6,0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6,0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8,2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91 units · Rp 16,8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6,5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 units · Rp 2,8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8,2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 units · Rp 13,8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7,6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0,35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6,8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 units · Rp 1,3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6,7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 · Rp 0,28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6,7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 units · Rp 1,7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7,9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0,21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6,3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0,27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6,8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0,14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90775"/>
            <a:ext cx="1276350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274" y="2419350"/>
            <a:ext cx="651102" cy="17145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055" y="2419350"/>
            <a:ext cx="804765" cy="17145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802" y="2419350"/>
            <a:ext cx="774221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754" y="2419350"/>
            <a:ext cx="785267" cy="1714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779" y="2419350"/>
            <a:ext cx="766167" cy="17145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010" y="2419350"/>
            <a:ext cx="676656" cy="17145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286500"/>
            <a:ext cx="114300" cy="114300"/>
          </a:xfrm>
          <a:prstGeom prst="rect">
            <a:avLst/>
          </a:prstGeom>
          <a:solidFill>
            <a:srgbClr val="E1F9EC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276975"/>
            <a:ext cx="4191000" cy="1524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latin typeface="Neue Haas Grotesk Text Pro"/>
              </a:rPr>
              <a:t>Our challenger: cheaper than the tier leader, at most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9650" y="6286500"/>
            <a:ext cx="114300" cy="114300"/>
          </a:xfrm>
          <a:prstGeom prst="rect">
            <a:avLst/>
          </a:prstGeom>
          <a:solidFill>
            <a:srgbClr val="FFF7D6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91100" y="6276975"/>
            <a:ext cx="4191000" cy="1524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77000"/>
            <a:ext cx="114871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Jan 2023 – 14 Aug 2026;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