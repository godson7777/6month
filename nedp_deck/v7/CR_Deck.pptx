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17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9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7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18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65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21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26,5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3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6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91,2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37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5,7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5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8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59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0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2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3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48,0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numFmt formatCode="&quot;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046976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046976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60024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60024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198626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198626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5011674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5011674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 worth Rp 39,1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343150"/>
          <a:ext cx="1148715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cheapest of the same size</a:t>
                      </a:r>
                    </a:p>
                  </a:txBody>
                  <a:tcPr anchor="ctr" marL="57150" marR="57150" marT="47625" marB="2857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1,2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Palfinger PK 5001,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543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0,80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0,33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0,05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&gt; 5 – 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37,9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Sany Palfinger SPK8500,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0,35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1,3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0,21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0,14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90775"/>
            <a:ext cx="1276350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274" y="2419350"/>
            <a:ext cx="651102" cy="17145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055" y="2419350"/>
            <a:ext cx="804765" cy="17145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802" y="2419350"/>
            <a:ext cx="774221" cy="17145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754" y="2419350"/>
            <a:ext cx="785267" cy="17145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779" y="2419350"/>
            <a:ext cx="766167" cy="17145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010" y="2419350"/>
            <a:ext cx="676656" cy="17145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2865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267450"/>
            <a:ext cx="43434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cheaper than the tier leader, at most 2 tm smaller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19650" y="62865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53000" y="6267450"/>
            <a:ext cx="43434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7700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 Bob-Lift not used as challenger.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