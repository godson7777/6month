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147483180" r:id="rId2"/>
    <p:sldId id="2147483241" r:id="rId3"/>
    <p:sldId id="2147483242" r:id="rId4"/>
    <p:sldId id="2147483243" r:id="rId5"/>
    <p:sldId id="268" r:id="rId6"/>
    <p:sldId id="214748318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5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645"/>
  </p:normalViewPr>
  <p:slideViewPr>
    <p:cSldViewPr snapToGrid="0">
      <p:cViewPr varScale="1">
        <p:scale>
          <a:sx n="70" d="100"/>
          <a:sy n="70" d="100"/>
        </p:scale>
        <p:origin x="4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B1AB5-F9F4-6942-9E1C-7A745D72015C}"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27F00-0A9F-C54C-A966-1E2E0FF19A9A}" type="slidenum">
              <a:rPr lang="en-US" smtClean="0"/>
              <a:t>‹#›</a:t>
            </a:fld>
            <a:endParaRPr lang="en-US"/>
          </a:p>
        </p:txBody>
      </p:sp>
    </p:spTree>
    <p:extLst>
      <p:ext uri="{BB962C8B-B14F-4D97-AF65-F5344CB8AC3E}">
        <p14:creationId xmlns:p14="http://schemas.microsoft.com/office/powerpoint/2010/main" val="4136381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AF7594-8072-0C42-8312-540B333AC7E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81064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A4C4F-D872-B477-8A0E-9F67CF7ED8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335DC436-0A8A-31D1-2FF0-030DD8874A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84597A9E-87DA-B433-4653-D5CAD0DA85B5}"/>
              </a:ext>
            </a:extLst>
          </p:cNvPr>
          <p:cNvSpPr>
            <a:spLocks noGrp="1"/>
          </p:cNvSpPr>
          <p:nvPr>
            <p:ph type="dt" sz="half" idx="10"/>
          </p:nvPr>
        </p:nvSpPr>
        <p:spPr/>
        <p:txBody>
          <a:bodyPr/>
          <a:lstStyle/>
          <a:p>
            <a:fld id="{7A275B1F-65BF-4A91-9238-A64B1360CC1C}" type="datetimeFigureOut">
              <a:rPr lang="en-ID" smtClean="0"/>
              <a:t>13/10/2026</a:t>
            </a:fld>
            <a:endParaRPr lang="en-ID"/>
          </a:p>
        </p:txBody>
      </p:sp>
      <p:sp>
        <p:nvSpPr>
          <p:cNvPr id="5" name="Footer Placeholder 4">
            <a:extLst>
              <a:ext uri="{FF2B5EF4-FFF2-40B4-BE49-F238E27FC236}">
                <a16:creationId xmlns:a16="http://schemas.microsoft.com/office/drawing/2014/main" id="{138A024A-59FC-2B40-8223-145C1A668A7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43B11BFF-0E67-0E0B-B87B-DBF0ADC70ACB}"/>
              </a:ext>
            </a:extLst>
          </p:cNvPr>
          <p:cNvSpPr>
            <a:spLocks noGrp="1"/>
          </p:cNvSpPr>
          <p:nvPr>
            <p:ph type="sldNum" sz="quarter" idx="12"/>
          </p:nvPr>
        </p:nvSpPr>
        <p:spPr/>
        <p:txBody>
          <a:bodyPr/>
          <a:lstStyle/>
          <a:p>
            <a:fld id="{1177BE13-1DEC-41B6-835D-DA8EC58D29C1}" type="slidenum">
              <a:rPr lang="en-ID" smtClean="0"/>
              <a:t>‹#›</a:t>
            </a:fld>
            <a:endParaRPr lang="en-ID"/>
          </a:p>
        </p:txBody>
      </p:sp>
    </p:spTree>
    <p:extLst>
      <p:ext uri="{BB962C8B-B14F-4D97-AF65-F5344CB8AC3E}">
        <p14:creationId xmlns:p14="http://schemas.microsoft.com/office/powerpoint/2010/main" val="3371495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8EA848-AA89-F6BC-259D-419169AD3E91}"/>
              </a:ext>
            </a:extLst>
          </p:cNvPr>
          <p:cNvPicPr>
            <a:picLocks noChangeAspect="1"/>
          </p:cNvPicPr>
          <p:nvPr userDrawn="1"/>
        </p:nvPicPr>
        <p:blipFill>
          <a:blip r:embed="rId2"/>
          <a:srcRect b="18211"/>
          <a:stretch/>
        </p:blipFill>
        <p:spPr>
          <a:xfrm>
            <a:off x="0" y="6128658"/>
            <a:ext cx="12192000" cy="729342"/>
          </a:xfrm>
          <a:prstGeom prst="rect">
            <a:avLst/>
          </a:prstGeom>
        </p:spPr>
      </p:pic>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427229" y="6593577"/>
            <a:ext cx="706750" cy="208165"/>
          </a:xfrm>
          <a:prstGeom prst="roundRect">
            <a:avLst>
              <a:gd name="adj" fmla="val 28315"/>
            </a:avLst>
          </a:prstGeom>
          <a:no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tx1"/>
                </a:solidFill>
                <a:effectLst/>
                <a:latin typeface="+mn-lt"/>
              </a:rPr>
              <a:t>© 2026 PT </a:t>
            </a:r>
            <a:r>
              <a:rPr lang="pt-BR" sz="700" b="0" i="0" err="1">
                <a:solidFill>
                  <a:schemeClr val="tx1"/>
                </a:solidFill>
                <a:effectLst/>
                <a:latin typeface="+mn-lt"/>
              </a:rPr>
              <a:t>Triatra</a:t>
            </a:r>
            <a:r>
              <a:rPr lang="pt-BR" sz="700" b="0" i="0">
                <a:solidFill>
                  <a:schemeClr val="tx1"/>
                </a:solidFill>
                <a:effectLst/>
                <a:latin typeface="+mn-lt"/>
              </a:rPr>
              <a:t> Sinergia </a:t>
            </a:r>
            <a:r>
              <a:rPr lang="pt-BR" sz="700" b="0" i="0" err="1">
                <a:solidFill>
                  <a:schemeClr val="tx1"/>
                </a:solidFill>
                <a:effectLst/>
                <a:latin typeface="+mn-lt"/>
              </a:rPr>
              <a:t>Pratama</a:t>
            </a:r>
            <a:r>
              <a:rPr lang="pt-BR" sz="700" b="0" i="0">
                <a:solidFill>
                  <a:schemeClr val="tx1"/>
                </a:solidFill>
                <a:effectLst/>
                <a:latin typeface="+mn-lt"/>
              </a:rPr>
              <a:t>, a </a:t>
            </a:r>
            <a:r>
              <a:rPr lang="pt-BR" sz="700" b="0" i="0" err="1">
                <a:solidFill>
                  <a:schemeClr val="tx1"/>
                </a:solidFill>
                <a:effectLst/>
                <a:latin typeface="+mn-lt"/>
              </a:rPr>
              <a:t>subsidiary</a:t>
            </a:r>
            <a:r>
              <a:rPr lang="pt-BR" sz="700" b="0" i="0">
                <a:solidFill>
                  <a:schemeClr val="tx1"/>
                </a:solidFill>
                <a:effectLst/>
                <a:latin typeface="+mn-lt"/>
              </a:rPr>
              <a:t> </a:t>
            </a:r>
            <a:r>
              <a:rPr lang="pt-BR" sz="700" b="0" i="0" err="1">
                <a:solidFill>
                  <a:schemeClr val="tx1"/>
                </a:solidFill>
                <a:effectLst/>
                <a:latin typeface="+mn-lt"/>
              </a:rPr>
              <a:t>of</a:t>
            </a:r>
            <a:r>
              <a:rPr lang="pt-BR" sz="700" b="0" i="0">
                <a:solidFill>
                  <a:schemeClr val="tx1"/>
                </a:solidFill>
                <a:effectLst/>
                <a:latin typeface="+mn-lt"/>
              </a:rPr>
              <a:t> PT United </a:t>
            </a:r>
            <a:r>
              <a:rPr lang="pt-BR" sz="700" b="0" i="0" err="1">
                <a:solidFill>
                  <a:schemeClr val="tx1"/>
                </a:solidFill>
                <a:effectLst/>
                <a:latin typeface="+mn-lt"/>
              </a:rPr>
              <a:t>Tractors</a:t>
            </a:r>
            <a:r>
              <a:rPr lang="pt-BR" sz="700" b="0" i="0">
                <a:solidFill>
                  <a:schemeClr val="tx1"/>
                </a:solidFill>
                <a:effectLst/>
                <a:latin typeface="+mn-lt"/>
              </a:rPr>
              <a:t> </a:t>
            </a:r>
            <a:r>
              <a:rPr lang="pt-BR" sz="700" b="0" i="0" err="1">
                <a:solidFill>
                  <a:schemeClr val="tx1"/>
                </a:solidFill>
                <a:effectLst/>
                <a:latin typeface="+mn-lt"/>
              </a:rPr>
              <a:t>Pandu</a:t>
            </a:r>
            <a:r>
              <a:rPr lang="pt-BR" sz="700" b="0" i="0">
                <a:solidFill>
                  <a:schemeClr val="tx1"/>
                </a:solidFill>
                <a:effectLst/>
                <a:latin typeface="+mn-lt"/>
              </a:rPr>
              <a:t> </a:t>
            </a:r>
            <a:r>
              <a:rPr lang="pt-BR" sz="700" b="0" i="0" err="1">
                <a:solidFill>
                  <a:schemeClr val="tx1"/>
                </a:solidFill>
                <a:effectLst/>
                <a:latin typeface="+mn-lt"/>
              </a:rPr>
              <a:t>Engineering</a:t>
            </a:r>
            <a:endParaRPr lang="pt-BR" sz="700" b="0" i="0">
              <a:solidFill>
                <a:schemeClr val="tx1"/>
              </a:solidFill>
              <a:effectLst/>
              <a:latin typeface="+mn-lt"/>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3"/>
          <a:stretch>
            <a:fillRect/>
          </a:stretch>
        </p:blipFill>
        <p:spPr>
          <a:xfrm>
            <a:off x="11058862" y="147249"/>
            <a:ext cx="980935" cy="553855"/>
          </a:xfrm>
          <a:prstGeom prst="rect">
            <a:avLst/>
          </a:prstGeom>
        </p:spPr>
      </p:pic>
      <p:sp>
        <p:nvSpPr>
          <p:cNvPr id="3" name="TextBox 2">
            <a:extLst>
              <a:ext uri="{FF2B5EF4-FFF2-40B4-BE49-F238E27FC236}">
                <a16:creationId xmlns:a16="http://schemas.microsoft.com/office/drawing/2014/main" id="{941818C9-4351-4D56-5DE8-109FFEB21038}"/>
              </a:ext>
            </a:extLst>
          </p:cNvPr>
          <p:cNvSpPr txBox="1"/>
          <p:nvPr userDrawn="1"/>
        </p:nvSpPr>
        <p:spPr>
          <a:xfrm>
            <a:off x="402772" y="5482327"/>
            <a:ext cx="8098971" cy="646331"/>
          </a:xfrm>
          <a:prstGeom prst="rect">
            <a:avLst/>
          </a:prstGeom>
          <a:noFill/>
        </p:spPr>
        <p:txBody>
          <a:bodyPr wrap="square" rtlCol="0">
            <a:spAutoFit/>
          </a:bodyPr>
          <a:lstStyle/>
          <a:p>
            <a:r>
              <a:rPr lang="en-US" dirty="0">
                <a:solidFill>
                  <a:schemeClr val="bg2"/>
                </a:solidFill>
              </a:rPr>
              <a:t>Template prepared by Yusa Wijaya</a:t>
            </a:r>
          </a:p>
          <a:p>
            <a:r>
              <a:rPr lang="en-US" dirty="0">
                <a:solidFill>
                  <a:schemeClr val="bg2"/>
                </a:solidFill>
              </a:rPr>
              <a:t>Marketing Strategic 3</a:t>
            </a:r>
          </a:p>
        </p:txBody>
      </p:sp>
    </p:spTree>
    <p:extLst>
      <p:ext uri="{BB962C8B-B14F-4D97-AF65-F5344CB8AC3E}">
        <p14:creationId xmlns:p14="http://schemas.microsoft.com/office/powerpoint/2010/main" val="33149089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08EA848-AA89-F6BC-259D-419169AD3E91}"/>
              </a:ext>
            </a:extLst>
          </p:cNvPr>
          <p:cNvPicPr>
            <a:picLocks noChangeAspect="1"/>
          </p:cNvPicPr>
          <p:nvPr userDrawn="1"/>
        </p:nvPicPr>
        <p:blipFill>
          <a:blip r:embed="rId2"/>
          <a:srcRect b="18211"/>
          <a:stretch/>
        </p:blipFill>
        <p:spPr>
          <a:xfrm>
            <a:off x="0" y="6128658"/>
            <a:ext cx="12192000" cy="729342"/>
          </a:xfrm>
          <a:prstGeom prst="rect">
            <a:avLst/>
          </a:prstGeom>
        </p:spPr>
      </p:pic>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427229" y="6593577"/>
            <a:ext cx="706750" cy="208165"/>
          </a:xfrm>
          <a:prstGeom prst="roundRect">
            <a:avLst>
              <a:gd name="adj" fmla="val 28315"/>
            </a:avLst>
          </a:prstGeom>
          <a:no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tx1"/>
                </a:solidFill>
                <a:effectLst/>
                <a:latin typeface="+mn-lt"/>
              </a:rPr>
              <a:t>© 2026 PT </a:t>
            </a:r>
            <a:r>
              <a:rPr lang="pt-BR" sz="700" b="0" i="0" err="1">
                <a:solidFill>
                  <a:schemeClr val="tx1"/>
                </a:solidFill>
                <a:effectLst/>
                <a:latin typeface="+mn-lt"/>
              </a:rPr>
              <a:t>Triatra</a:t>
            </a:r>
            <a:r>
              <a:rPr lang="pt-BR" sz="700" b="0" i="0">
                <a:solidFill>
                  <a:schemeClr val="tx1"/>
                </a:solidFill>
                <a:effectLst/>
                <a:latin typeface="+mn-lt"/>
              </a:rPr>
              <a:t> Sinergia </a:t>
            </a:r>
            <a:r>
              <a:rPr lang="pt-BR" sz="700" b="0" i="0" err="1">
                <a:solidFill>
                  <a:schemeClr val="tx1"/>
                </a:solidFill>
                <a:effectLst/>
                <a:latin typeface="+mn-lt"/>
              </a:rPr>
              <a:t>Pratama</a:t>
            </a:r>
            <a:r>
              <a:rPr lang="pt-BR" sz="700" b="0" i="0">
                <a:solidFill>
                  <a:schemeClr val="tx1"/>
                </a:solidFill>
                <a:effectLst/>
                <a:latin typeface="+mn-lt"/>
              </a:rPr>
              <a:t>, a </a:t>
            </a:r>
            <a:r>
              <a:rPr lang="pt-BR" sz="700" b="0" i="0" err="1">
                <a:solidFill>
                  <a:schemeClr val="tx1"/>
                </a:solidFill>
                <a:effectLst/>
                <a:latin typeface="+mn-lt"/>
              </a:rPr>
              <a:t>subsidiary</a:t>
            </a:r>
            <a:r>
              <a:rPr lang="pt-BR" sz="700" b="0" i="0">
                <a:solidFill>
                  <a:schemeClr val="tx1"/>
                </a:solidFill>
                <a:effectLst/>
                <a:latin typeface="+mn-lt"/>
              </a:rPr>
              <a:t> </a:t>
            </a:r>
            <a:r>
              <a:rPr lang="pt-BR" sz="700" b="0" i="0" err="1">
                <a:solidFill>
                  <a:schemeClr val="tx1"/>
                </a:solidFill>
                <a:effectLst/>
                <a:latin typeface="+mn-lt"/>
              </a:rPr>
              <a:t>of</a:t>
            </a:r>
            <a:r>
              <a:rPr lang="pt-BR" sz="700" b="0" i="0">
                <a:solidFill>
                  <a:schemeClr val="tx1"/>
                </a:solidFill>
                <a:effectLst/>
                <a:latin typeface="+mn-lt"/>
              </a:rPr>
              <a:t> PT United </a:t>
            </a:r>
            <a:r>
              <a:rPr lang="pt-BR" sz="700" b="0" i="0" err="1">
                <a:solidFill>
                  <a:schemeClr val="tx1"/>
                </a:solidFill>
                <a:effectLst/>
                <a:latin typeface="+mn-lt"/>
              </a:rPr>
              <a:t>Tractors</a:t>
            </a:r>
            <a:r>
              <a:rPr lang="pt-BR" sz="700" b="0" i="0">
                <a:solidFill>
                  <a:schemeClr val="tx1"/>
                </a:solidFill>
                <a:effectLst/>
                <a:latin typeface="+mn-lt"/>
              </a:rPr>
              <a:t> </a:t>
            </a:r>
            <a:r>
              <a:rPr lang="pt-BR" sz="700" b="0" i="0" err="1">
                <a:solidFill>
                  <a:schemeClr val="tx1"/>
                </a:solidFill>
                <a:effectLst/>
                <a:latin typeface="+mn-lt"/>
              </a:rPr>
              <a:t>Pandu</a:t>
            </a:r>
            <a:r>
              <a:rPr lang="pt-BR" sz="700" b="0" i="0">
                <a:solidFill>
                  <a:schemeClr val="tx1"/>
                </a:solidFill>
                <a:effectLst/>
                <a:latin typeface="+mn-lt"/>
              </a:rPr>
              <a:t> </a:t>
            </a:r>
            <a:r>
              <a:rPr lang="pt-BR" sz="700" b="0" i="0" err="1">
                <a:solidFill>
                  <a:schemeClr val="tx1"/>
                </a:solidFill>
                <a:effectLst/>
                <a:latin typeface="+mn-lt"/>
              </a:rPr>
              <a:t>Engineering</a:t>
            </a:r>
            <a:endParaRPr lang="pt-BR" sz="700" b="0" i="0">
              <a:solidFill>
                <a:schemeClr val="tx1"/>
              </a:solidFill>
              <a:effectLst/>
              <a:latin typeface="+mn-lt"/>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3"/>
          <a:stretch>
            <a:fillRect/>
          </a:stretch>
        </p:blipFill>
        <p:spPr>
          <a:xfrm>
            <a:off x="11058862" y="147249"/>
            <a:ext cx="980935" cy="553855"/>
          </a:xfrm>
          <a:prstGeom prst="rect">
            <a:avLst/>
          </a:prstGeom>
        </p:spPr>
      </p:pic>
    </p:spTree>
    <p:extLst>
      <p:ext uri="{BB962C8B-B14F-4D97-AF65-F5344CB8AC3E}">
        <p14:creationId xmlns:p14="http://schemas.microsoft.com/office/powerpoint/2010/main" val="28232040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D1E79B4-F7B3-96C2-53B2-A1FE363CF64C}"/>
              </a:ext>
            </a:extLst>
          </p:cNvPr>
          <p:cNvSpPr/>
          <p:nvPr userDrawn="1"/>
        </p:nvSpPr>
        <p:spPr>
          <a:xfrm flipV="1">
            <a:off x="290416" y="213097"/>
            <a:ext cx="516605" cy="434217"/>
          </a:xfrm>
          <a:prstGeom prst="roundRect">
            <a:avLst>
              <a:gd name="adj" fmla="val 0"/>
            </a:avLst>
          </a:prstGeom>
          <a:solidFill>
            <a:schemeClr val="bg2">
              <a:lumMod val="9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4EE3EAF5-F1C2-2B5E-4083-1FC4C9C5FCFB}"/>
              </a:ext>
            </a:extLst>
          </p:cNvPr>
          <p:cNvSpPr/>
          <p:nvPr userDrawn="1"/>
        </p:nvSpPr>
        <p:spPr>
          <a:xfrm flipV="1">
            <a:off x="249776" y="172458"/>
            <a:ext cx="516605" cy="434218"/>
          </a:xfrm>
          <a:prstGeom prst="roundRect">
            <a:avLst>
              <a:gd name="adj" fmla="val 0"/>
            </a:avLst>
          </a:prstGeom>
          <a:solidFill>
            <a:srgbClr val="E552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333047" y="6590649"/>
            <a:ext cx="706750" cy="208165"/>
          </a:xfrm>
          <a:prstGeom prst="roundRect">
            <a:avLst>
              <a:gd name="adj" fmla="val 28315"/>
            </a:avLst>
          </a:prstGeom>
          <a:no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4593265" y="6575551"/>
            <a:ext cx="6775942" cy="238363"/>
          </a:xfrm>
          <a:prstGeom prst="roundRect">
            <a:avLst/>
          </a:prstGeom>
          <a:noFill/>
        </p:spPr>
        <p:txBody>
          <a:bodyPr wrap="square">
            <a:spAutoFit/>
          </a:bodyPr>
          <a:lstStyle/>
          <a:p>
            <a:pPr algn="r"/>
            <a:r>
              <a:rPr lang="pt-BR" sz="800" b="0" i="0" dirty="0">
                <a:solidFill>
                  <a:schemeClr val="tx1"/>
                </a:solidFill>
                <a:effectLst/>
                <a:latin typeface="Arial" panose="020B0604020202020204" pitchFamily="34" charset="0"/>
                <a:cs typeface="Arial" panose="020B0604020202020204" pitchFamily="34" charset="0"/>
              </a:rPr>
              <a:t>© 2026 PT </a:t>
            </a:r>
            <a:r>
              <a:rPr lang="pt-BR" sz="800" b="0" i="0" dirty="0" err="1">
                <a:solidFill>
                  <a:schemeClr val="tx1"/>
                </a:solidFill>
                <a:effectLst/>
                <a:latin typeface="Arial" panose="020B0604020202020204" pitchFamily="34" charset="0"/>
                <a:cs typeface="Arial" panose="020B0604020202020204" pitchFamily="34" charset="0"/>
              </a:rPr>
              <a:t>Triatra</a:t>
            </a:r>
            <a:r>
              <a:rPr lang="pt-BR" sz="800" b="0" i="0" dirty="0">
                <a:solidFill>
                  <a:schemeClr val="tx1"/>
                </a:solidFill>
                <a:effectLst/>
                <a:latin typeface="Arial" panose="020B0604020202020204" pitchFamily="34" charset="0"/>
                <a:cs typeface="Arial" panose="020B0604020202020204" pitchFamily="34" charset="0"/>
              </a:rPr>
              <a:t> Sinergia </a:t>
            </a:r>
            <a:r>
              <a:rPr lang="pt-BR" sz="800" b="0" i="0" dirty="0" err="1">
                <a:solidFill>
                  <a:schemeClr val="tx1"/>
                </a:solidFill>
                <a:effectLst/>
                <a:latin typeface="Arial" panose="020B0604020202020204" pitchFamily="34" charset="0"/>
                <a:cs typeface="Arial" panose="020B0604020202020204" pitchFamily="34" charset="0"/>
              </a:rPr>
              <a:t>Pratama</a:t>
            </a:r>
            <a:r>
              <a:rPr lang="pt-BR" sz="800" b="0" i="0" dirty="0">
                <a:solidFill>
                  <a:schemeClr val="tx1"/>
                </a:solidFill>
                <a:effectLst/>
                <a:latin typeface="Arial" panose="020B0604020202020204" pitchFamily="34" charset="0"/>
                <a:cs typeface="Arial" panose="020B0604020202020204" pitchFamily="34" charset="0"/>
              </a:rPr>
              <a:t>, a </a:t>
            </a:r>
            <a:r>
              <a:rPr lang="pt-BR" sz="800" b="0" i="0" dirty="0" err="1">
                <a:solidFill>
                  <a:schemeClr val="tx1"/>
                </a:solidFill>
                <a:effectLst/>
                <a:latin typeface="Arial" panose="020B0604020202020204" pitchFamily="34" charset="0"/>
                <a:cs typeface="Arial" panose="020B0604020202020204" pitchFamily="34" charset="0"/>
              </a:rPr>
              <a:t>subsidiary</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of</a:t>
            </a:r>
            <a:r>
              <a:rPr lang="pt-BR" sz="800" b="0" i="0" dirty="0">
                <a:solidFill>
                  <a:schemeClr val="tx1"/>
                </a:solidFill>
                <a:effectLst/>
                <a:latin typeface="Arial" panose="020B0604020202020204" pitchFamily="34" charset="0"/>
                <a:cs typeface="Arial" panose="020B0604020202020204" pitchFamily="34" charset="0"/>
              </a:rPr>
              <a:t> PT United </a:t>
            </a:r>
            <a:r>
              <a:rPr lang="pt-BR" sz="800" b="0" i="0" dirty="0" err="1">
                <a:solidFill>
                  <a:schemeClr val="tx1"/>
                </a:solidFill>
                <a:effectLst/>
                <a:latin typeface="Arial" panose="020B0604020202020204" pitchFamily="34" charset="0"/>
                <a:cs typeface="Arial" panose="020B0604020202020204" pitchFamily="34" charset="0"/>
              </a:rPr>
              <a:t>Tractors</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Pandu</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Engineering</a:t>
            </a:r>
            <a:endParaRPr lang="pt-BR" sz="800" b="0" i="0" dirty="0">
              <a:solidFill>
                <a:schemeClr val="tx1"/>
              </a:solidFill>
              <a:effectLst/>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2"/>
          <a:stretch>
            <a:fillRect/>
          </a:stretch>
        </p:blipFill>
        <p:spPr>
          <a:xfrm>
            <a:off x="11058862" y="136491"/>
            <a:ext cx="980935" cy="553855"/>
          </a:xfrm>
          <a:prstGeom prst="rect">
            <a:avLst/>
          </a:prstGeom>
        </p:spPr>
      </p:pic>
      <p:cxnSp>
        <p:nvCxnSpPr>
          <p:cNvPr id="5" name="Straight Connector 4">
            <a:extLst>
              <a:ext uri="{FF2B5EF4-FFF2-40B4-BE49-F238E27FC236}">
                <a16:creationId xmlns:a16="http://schemas.microsoft.com/office/drawing/2014/main" id="{5C9A5609-5B1A-7BC5-8371-72041C4B1F80}"/>
              </a:ext>
            </a:extLst>
          </p:cNvPr>
          <p:cNvCxnSpPr/>
          <p:nvPr userDrawn="1"/>
        </p:nvCxnSpPr>
        <p:spPr>
          <a:xfrm>
            <a:off x="0" y="819434"/>
            <a:ext cx="12192000" cy="0"/>
          </a:xfrm>
          <a:prstGeom prst="line">
            <a:avLst/>
          </a:prstGeom>
          <a:ln w="3175">
            <a:solidFill>
              <a:schemeClr val="accent2">
                <a:lumMod val="40000"/>
                <a:lumOff val="60000"/>
                <a:alpha val="67743"/>
              </a:schemeClr>
            </a:solidFill>
            <a:prstDash val="solid"/>
          </a:ln>
          <a:effectLst>
            <a:outerShdw blurRad="50800" dist="127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8BA014C-83D6-5823-EC0F-794A874CD629}"/>
              </a:ext>
            </a:extLst>
          </p:cNvPr>
          <p:cNvCxnSpPr>
            <a:cxnSpLocks/>
          </p:cNvCxnSpPr>
          <p:nvPr userDrawn="1"/>
        </p:nvCxnSpPr>
        <p:spPr>
          <a:xfrm>
            <a:off x="249776" y="6527937"/>
            <a:ext cx="11683772" cy="0"/>
          </a:xfrm>
          <a:prstGeom prst="line">
            <a:avLst/>
          </a:prstGeom>
          <a:ln w="3175">
            <a:solidFill>
              <a:schemeClr val="tx1">
                <a:lumMod val="50000"/>
                <a:lumOff val="50000"/>
                <a:alpha val="67743"/>
              </a:schemeClr>
            </a:solidFill>
            <a:prstDash val="solid"/>
          </a:ln>
          <a:effectLst>
            <a:outerShdw blurRad="50800" dist="127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80462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F38615-4DB9-A511-CA23-52BC83269515}"/>
              </a:ext>
            </a:extLst>
          </p:cNvPr>
          <p:cNvPicPr>
            <a:picLocks noChangeAspect="1"/>
          </p:cNvPicPr>
          <p:nvPr userDrawn="1"/>
        </p:nvPicPr>
        <p:blipFill>
          <a:blip r:embed="rId2"/>
          <a:srcRect b="18211"/>
          <a:stretch/>
        </p:blipFill>
        <p:spPr>
          <a:xfrm>
            <a:off x="0" y="6305106"/>
            <a:ext cx="12192000" cy="552893"/>
          </a:xfrm>
          <a:prstGeom prst="rect">
            <a:avLst/>
          </a:prstGeom>
        </p:spPr>
      </p:pic>
      <p:sp>
        <p:nvSpPr>
          <p:cNvPr id="4" name="Rectangle: Rounded Corners 3">
            <a:extLst>
              <a:ext uri="{FF2B5EF4-FFF2-40B4-BE49-F238E27FC236}">
                <a16:creationId xmlns:a16="http://schemas.microsoft.com/office/drawing/2014/main" id="{CD1E79B4-F7B3-96C2-53B2-A1FE363CF64C}"/>
              </a:ext>
            </a:extLst>
          </p:cNvPr>
          <p:cNvSpPr/>
          <p:nvPr userDrawn="1"/>
        </p:nvSpPr>
        <p:spPr>
          <a:xfrm flipV="1">
            <a:off x="290416" y="213097"/>
            <a:ext cx="516605" cy="434217"/>
          </a:xfrm>
          <a:prstGeom prst="roundRect">
            <a:avLst>
              <a:gd name="adj" fmla="val 0"/>
            </a:avLst>
          </a:prstGeom>
          <a:solidFill>
            <a:schemeClr val="bg2">
              <a:lumMod val="9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4EE3EAF5-F1C2-2B5E-4083-1FC4C9C5FCFB}"/>
              </a:ext>
            </a:extLst>
          </p:cNvPr>
          <p:cNvSpPr/>
          <p:nvPr userDrawn="1"/>
        </p:nvSpPr>
        <p:spPr>
          <a:xfrm flipV="1">
            <a:off x="249776" y="172458"/>
            <a:ext cx="516605" cy="434218"/>
          </a:xfrm>
          <a:prstGeom prst="roundRect">
            <a:avLst>
              <a:gd name="adj" fmla="val 0"/>
            </a:avLst>
          </a:prstGeom>
          <a:solidFill>
            <a:srgbClr val="E552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34" name="Slide Number Placeholder 5">
            <a:extLst>
              <a:ext uri="{FF2B5EF4-FFF2-40B4-BE49-F238E27FC236}">
                <a16:creationId xmlns:a16="http://schemas.microsoft.com/office/drawing/2014/main" id="{8486A3FD-8358-D868-CD02-C659C539BBF4}"/>
              </a:ext>
            </a:extLst>
          </p:cNvPr>
          <p:cNvSpPr txBox="1">
            <a:spLocks/>
          </p:cNvSpPr>
          <p:nvPr userDrawn="1"/>
        </p:nvSpPr>
        <p:spPr>
          <a:xfrm>
            <a:off x="11416596" y="6593577"/>
            <a:ext cx="706750" cy="208165"/>
          </a:xfrm>
          <a:prstGeom prst="roundRect">
            <a:avLst>
              <a:gd name="adj" fmla="val 28315"/>
            </a:avLst>
          </a:prstGeom>
          <a:no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chemeClr val="tx1"/>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dirty="0">
              <a:ln>
                <a:noFill/>
              </a:ln>
              <a:solidFill>
                <a:schemeClr val="tx1"/>
              </a:solidFill>
              <a:effectLst/>
              <a:uLnTx/>
              <a:uFillTx/>
              <a:latin typeface="Work Sans" pitchFamily="2" charset="0"/>
              <a:ea typeface="+mn-ea"/>
              <a:cs typeface="Arial" panose="020B0604020202020204" pitchFamily="34" charset="0"/>
            </a:endParaRPr>
          </a:p>
        </p:txBody>
      </p:sp>
      <p:sp>
        <p:nvSpPr>
          <p:cNvPr id="35" name="TextBox 34">
            <a:extLst>
              <a:ext uri="{FF2B5EF4-FFF2-40B4-BE49-F238E27FC236}">
                <a16:creationId xmlns:a16="http://schemas.microsoft.com/office/drawing/2014/main" id="{FFEEC1DB-ABA7-860C-494A-9A24D4B63052}"/>
              </a:ext>
            </a:extLst>
          </p:cNvPr>
          <p:cNvSpPr txBox="1"/>
          <p:nvPr userDrawn="1"/>
        </p:nvSpPr>
        <p:spPr>
          <a:xfrm>
            <a:off x="4593265" y="6575551"/>
            <a:ext cx="6775942" cy="238363"/>
          </a:xfrm>
          <a:prstGeom prst="roundRect">
            <a:avLst/>
          </a:prstGeom>
          <a:noFill/>
        </p:spPr>
        <p:txBody>
          <a:bodyPr wrap="square">
            <a:spAutoFit/>
          </a:bodyPr>
          <a:lstStyle/>
          <a:p>
            <a:pPr algn="r"/>
            <a:r>
              <a:rPr lang="pt-BR" sz="800" b="0" i="0" dirty="0">
                <a:solidFill>
                  <a:schemeClr val="tx1"/>
                </a:solidFill>
                <a:effectLst/>
                <a:latin typeface="Arial" panose="020B0604020202020204" pitchFamily="34" charset="0"/>
                <a:cs typeface="Arial" panose="020B0604020202020204" pitchFamily="34" charset="0"/>
              </a:rPr>
              <a:t>© 2026 PT </a:t>
            </a:r>
            <a:r>
              <a:rPr lang="pt-BR" sz="800" b="0" i="0" dirty="0" err="1">
                <a:solidFill>
                  <a:schemeClr val="tx1"/>
                </a:solidFill>
                <a:effectLst/>
                <a:latin typeface="Arial" panose="020B0604020202020204" pitchFamily="34" charset="0"/>
                <a:cs typeface="Arial" panose="020B0604020202020204" pitchFamily="34" charset="0"/>
              </a:rPr>
              <a:t>Triatra</a:t>
            </a:r>
            <a:r>
              <a:rPr lang="pt-BR" sz="800" b="0" i="0" dirty="0">
                <a:solidFill>
                  <a:schemeClr val="tx1"/>
                </a:solidFill>
                <a:effectLst/>
                <a:latin typeface="Arial" panose="020B0604020202020204" pitchFamily="34" charset="0"/>
                <a:cs typeface="Arial" panose="020B0604020202020204" pitchFamily="34" charset="0"/>
              </a:rPr>
              <a:t> Sinergia </a:t>
            </a:r>
            <a:r>
              <a:rPr lang="pt-BR" sz="800" b="0" i="0" dirty="0" err="1">
                <a:solidFill>
                  <a:schemeClr val="tx1"/>
                </a:solidFill>
                <a:effectLst/>
                <a:latin typeface="Arial" panose="020B0604020202020204" pitchFamily="34" charset="0"/>
                <a:cs typeface="Arial" panose="020B0604020202020204" pitchFamily="34" charset="0"/>
              </a:rPr>
              <a:t>Pratama</a:t>
            </a:r>
            <a:r>
              <a:rPr lang="pt-BR" sz="800" b="0" i="0" dirty="0">
                <a:solidFill>
                  <a:schemeClr val="tx1"/>
                </a:solidFill>
                <a:effectLst/>
                <a:latin typeface="Arial" panose="020B0604020202020204" pitchFamily="34" charset="0"/>
                <a:cs typeface="Arial" panose="020B0604020202020204" pitchFamily="34" charset="0"/>
              </a:rPr>
              <a:t>, a </a:t>
            </a:r>
            <a:r>
              <a:rPr lang="pt-BR" sz="800" b="0" i="0" dirty="0" err="1">
                <a:solidFill>
                  <a:schemeClr val="tx1"/>
                </a:solidFill>
                <a:effectLst/>
                <a:latin typeface="Arial" panose="020B0604020202020204" pitchFamily="34" charset="0"/>
                <a:cs typeface="Arial" panose="020B0604020202020204" pitchFamily="34" charset="0"/>
              </a:rPr>
              <a:t>subsidiary</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of</a:t>
            </a:r>
            <a:r>
              <a:rPr lang="pt-BR" sz="800" b="0" i="0" dirty="0">
                <a:solidFill>
                  <a:schemeClr val="tx1"/>
                </a:solidFill>
                <a:effectLst/>
                <a:latin typeface="Arial" panose="020B0604020202020204" pitchFamily="34" charset="0"/>
                <a:cs typeface="Arial" panose="020B0604020202020204" pitchFamily="34" charset="0"/>
              </a:rPr>
              <a:t> PT United </a:t>
            </a:r>
            <a:r>
              <a:rPr lang="pt-BR" sz="800" b="0" i="0" dirty="0" err="1">
                <a:solidFill>
                  <a:schemeClr val="tx1"/>
                </a:solidFill>
                <a:effectLst/>
                <a:latin typeface="Arial" panose="020B0604020202020204" pitchFamily="34" charset="0"/>
                <a:cs typeface="Arial" panose="020B0604020202020204" pitchFamily="34" charset="0"/>
              </a:rPr>
              <a:t>Tractors</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Pandu</a:t>
            </a:r>
            <a:r>
              <a:rPr lang="pt-BR" sz="800" b="0" i="0" dirty="0">
                <a:solidFill>
                  <a:schemeClr val="tx1"/>
                </a:solidFill>
                <a:effectLst/>
                <a:latin typeface="Arial" panose="020B0604020202020204" pitchFamily="34" charset="0"/>
                <a:cs typeface="Arial" panose="020B0604020202020204" pitchFamily="34" charset="0"/>
              </a:rPr>
              <a:t> </a:t>
            </a:r>
            <a:r>
              <a:rPr lang="pt-BR" sz="800" b="0" i="0" dirty="0" err="1">
                <a:solidFill>
                  <a:schemeClr val="tx1"/>
                </a:solidFill>
                <a:effectLst/>
                <a:latin typeface="Arial" panose="020B0604020202020204" pitchFamily="34" charset="0"/>
                <a:cs typeface="Arial" panose="020B0604020202020204" pitchFamily="34" charset="0"/>
              </a:rPr>
              <a:t>Engineering</a:t>
            </a:r>
            <a:endParaRPr lang="pt-BR" sz="800" b="0" i="0" dirty="0">
              <a:solidFill>
                <a:schemeClr val="tx1"/>
              </a:solidFill>
              <a:effectLst/>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7729BE4E-00B4-2AB4-D8A3-15961CC08688}"/>
              </a:ext>
            </a:extLst>
          </p:cNvPr>
          <p:cNvPicPr>
            <a:picLocks noChangeAspect="1"/>
          </p:cNvPicPr>
          <p:nvPr userDrawn="1"/>
        </p:nvPicPr>
        <p:blipFill>
          <a:blip r:embed="rId3"/>
          <a:stretch>
            <a:fillRect/>
          </a:stretch>
        </p:blipFill>
        <p:spPr>
          <a:xfrm>
            <a:off x="11058862" y="136491"/>
            <a:ext cx="980935" cy="553855"/>
          </a:xfrm>
          <a:prstGeom prst="rect">
            <a:avLst/>
          </a:prstGeom>
        </p:spPr>
      </p:pic>
      <p:cxnSp>
        <p:nvCxnSpPr>
          <p:cNvPr id="5" name="Straight Connector 4">
            <a:extLst>
              <a:ext uri="{FF2B5EF4-FFF2-40B4-BE49-F238E27FC236}">
                <a16:creationId xmlns:a16="http://schemas.microsoft.com/office/drawing/2014/main" id="{5C9A5609-5B1A-7BC5-8371-72041C4B1F80}"/>
              </a:ext>
            </a:extLst>
          </p:cNvPr>
          <p:cNvCxnSpPr/>
          <p:nvPr userDrawn="1"/>
        </p:nvCxnSpPr>
        <p:spPr>
          <a:xfrm>
            <a:off x="0" y="819434"/>
            <a:ext cx="12192000" cy="0"/>
          </a:xfrm>
          <a:prstGeom prst="line">
            <a:avLst/>
          </a:prstGeom>
          <a:ln w="3175">
            <a:solidFill>
              <a:schemeClr val="accent2">
                <a:lumMod val="40000"/>
                <a:lumOff val="60000"/>
                <a:alpha val="67743"/>
              </a:schemeClr>
            </a:solidFill>
            <a:prstDash val="solid"/>
          </a:ln>
          <a:effectLst>
            <a:outerShdw blurRad="50800" dist="127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14398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F5C46C8F-7AF3-687B-7A82-5B14F503186C}"/>
              </a:ext>
            </a:extLst>
          </p:cNvPr>
          <p:cNvGrpSpPr/>
          <p:nvPr userDrawn="1"/>
        </p:nvGrpSpPr>
        <p:grpSpPr>
          <a:xfrm>
            <a:off x="37131" y="6323002"/>
            <a:ext cx="12154869" cy="534998"/>
            <a:chOff x="-1" y="6311674"/>
            <a:chExt cx="12156375" cy="572268"/>
          </a:xfrm>
        </p:grpSpPr>
        <p:pic>
          <p:nvPicPr>
            <p:cNvPr id="34" name="Picture 33">
              <a:extLst>
                <a:ext uri="{FF2B5EF4-FFF2-40B4-BE49-F238E27FC236}">
                  <a16:creationId xmlns:a16="http://schemas.microsoft.com/office/drawing/2014/main" id="{82A030BC-78FA-9621-8703-08EFF80783D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 y="6366564"/>
              <a:ext cx="516669" cy="516669"/>
            </a:xfrm>
            <a:prstGeom prst="rect">
              <a:avLst/>
            </a:prstGeom>
          </p:spPr>
        </p:pic>
        <p:pic>
          <p:nvPicPr>
            <p:cNvPr id="35" name="Picture 34">
              <a:extLst>
                <a:ext uri="{FF2B5EF4-FFF2-40B4-BE49-F238E27FC236}">
                  <a16:creationId xmlns:a16="http://schemas.microsoft.com/office/drawing/2014/main" id="{C55C4DC1-8281-0B49-A12F-5E78E7045F93}"/>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6596" y="6367273"/>
              <a:ext cx="516669" cy="516669"/>
            </a:xfrm>
            <a:prstGeom prst="rect">
              <a:avLst/>
            </a:prstGeom>
          </p:spPr>
        </p:pic>
        <p:pic>
          <p:nvPicPr>
            <p:cNvPr id="36" name="Picture 35">
              <a:extLst>
                <a:ext uri="{FF2B5EF4-FFF2-40B4-BE49-F238E27FC236}">
                  <a16:creationId xmlns:a16="http://schemas.microsoft.com/office/drawing/2014/main" id="{57833CDC-0C1F-2A9F-C5BC-5E36ADEE0ABC}"/>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3193" y="6360661"/>
              <a:ext cx="516669" cy="492914"/>
            </a:xfrm>
            <a:prstGeom prst="rect">
              <a:avLst/>
            </a:prstGeom>
          </p:spPr>
        </p:pic>
        <p:pic>
          <p:nvPicPr>
            <p:cNvPr id="37" name="Picture 36">
              <a:extLst>
                <a:ext uri="{FF2B5EF4-FFF2-40B4-BE49-F238E27FC236}">
                  <a16:creationId xmlns:a16="http://schemas.microsoft.com/office/drawing/2014/main" id="{9BF224AA-D02D-9142-C3E8-43D45340B2FB}"/>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490863" y="6353290"/>
              <a:ext cx="516669" cy="516669"/>
            </a:xfrm>
            <a:prstGeom prst="rect">
              <a:avLst/>
            </a:prstGeom>
          </p:spPr>
        </p:pic>
        <p:pic>
          <p:nvPicPr>
            <p:cNvPr id="38" name="Picture 37">
              <a:extLst>
                <a:ext uri="{FF2B5EF4-FFF2-40B4-BE49-F238E27FC236}">
                  <a16:creationId xmlns:a16="http://schemas.microsoft.com/office/drawing/2014/main" id="{38B4E853-8D98-B808-6F99-0B640F366EC1}"/>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997460" y="6353999"/>
              <a:ext cx="516669" cy="516669"/>
            </a:xfrm>
            <a:prstGeom prst="rect">
              <a:avLst/>
            </a:prstGeom>
          </p:spPr>
        </p:pic>
        <p:pic>
          <p:nvPicPr>
            <p:cNvPr id="39" name="Picture 38">
              <a:extLst>
                <a:ext uri="{FF2B5EF4-FFF2-40B4-BE49-F238E27FC236}">
                  <a16:creationId xmlns:a16="http://schemas.microsoft.com/office/drawing/2014/main" id="{857BBE01-74EA-3218-F5F3-90EE9FF1D9EB}"/>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2504057" y="6347387"/>
              <a:ext cx="516669" cy="492914"/>
            </a:xfrm>
            <a:prstGeom prst="rect">
              <a:avLst/>
            </a:prstGeom>
          </p:spPr>
        </p:pic>
        <p:pic>
          <p:nvPicPr>
            <p:cNvPr id="40" name="Picture 39">
              <a:extLst>
                <a:ext uri="{FF2B5EF4-FFF2-40B4-BE49-F238E27FC236}">
                  <a16:creationId xmlns:a16="http://schemas.microsoft.com/office/drawing/2014/main" id="{6A010994-1FA0-C3AB-D746-169ED0B331C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3020491" y="6336754"/>
              <a:ext cx="516669" cy="516669"/>
            </a:xfrm>
            <a:prstGeom prst="rect">
              <a:avLst/>
            </a:prstGeom>
          </p:spPr>
        </p:pic>
        <p:pic>
          <p:nvPicPr>
            <p:cNvPr id="41" name="Picture 40">
              <a:extLst>
                <a:ext uri="{FF2B5EF4-FFF2-40B4-BE49-F238E27FC236}">
                  <a16:creationId xmlns:a16="http://schemas.microsoft.com/office/drawing/2014/main" id="{E44FE811-F84B-DD50-FD7A-1AEB3001131B}"/>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3527088" y="6337463"/>
              <a:ext cx="516669" cy="516669"/>
            </a:xfrm>
            <a:prstGeom prst="rect">
              <a:avLst/>
            </a:prstGeom>
          </p:spPr>
        </p:pic>
        <p:pic>
          <p:nvPicPr>
            <p:cNvPr id="42" name="Picture 41">
              <a:extLst>
                <a:ext uri="{FF2B5EF4-FFF2-40B4-BE49-F238E27FC236}">
                  <a16:creationId xmlns:a16="http://schemas.microsoft.com/office/drawing/2014/main" id="{FB0695A4-F148-DAEF-4B16-2120DA585631}"/>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4033685" y="6330851"/>
              <a:ext cx="516669" cy="492914"/>
            </a:xfrm>
            <a:prstGeom prst="rect">
              <a:avLst/>
            </a:prstGeom>
          </p:spPr>
        </p:pic>
        <p:pic>
          <p:nvPicPr>
            <p:cNvPr id="43" name="Picture 42">
              <a:extLst>
                <a:ext uri="{FF2B5EF4-FFF2-40B4-BE49-F238E27FC236}">
                  <a16:creationId xmlns:a16="http://schemas.microsoft.com/office/drawing/2014/main" id="{EFA10690-56CD-10F0-FDD4-ABB2C3159144}"/>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4540282" y="6347387"/>
              <a:ext cx="516669" cy="516669"/>
            </a:xfrm>
            <a:prstGeom prst="rect">
              <a:avLst/>
            </a:prstGeom>
          </p:spPr>
        </p:pic>
        <p:pic>
          <p:nvPicPr>
            <p:cNvPr id="44" name="Picture 43">
              <a:extLst>
                <a:ext uri="{FF2B5EF4-FFF2-40B4-BE49-F238E27FC236}">
                  <a16:creationId xmlns:a16="http://schemas.microsoft.com/office/drawing/2014/main" id="{7715D77B-23E7-85AD-B0BE-EFB3E072F61C}"/>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46879" y="6348096"/>
              <a:ext cx="516669" cy="516669"/>
            </a:xfrm>
            <a:prstGeom prst="rect">
              <a:avLst/>
            </a:prstGeom>
          </p:spPr>
        </p:pic>
        <p:pic>
          <p:nvPicPr>
            <p:cNvPr id="45" name="Picture 44">
              <a:extLst>
                <a:ext uri="{FF2B5EF4-FFF2-40B4-BE49-F238E27FC236}">
                  <a16:creationId xmlns:a16="http://schemas.microsoft.com/office/drawing/2014/main" id="{7EBA116B-319D-A838-A5E0-28A8F6605034}"/>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5553476" y="6341484"/>
              <a:ext cx="516669" cy="492914"/>
            </a:xfrm>
            <a:prstGeom prst="rect">
              <a:avLst/>
            </a:prstGeom>
          </p:spPr>
        </p:pic>
        <p:pic>
          <p:nvPicPr>
            <p:cNvPr id="46" name="Picture 45">
              <a:extLst>
                <a:ext uri="{FF2B5EF4-FFF2-40B4-BE49-F238E27FC236}">
                  <a16:creationId xmlns:a16="http://schemas.microsoft.com/office/drawing/2014/main" id="{14464871-43FA-3C22-259F-54ACF93427CE}"/>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6031146" y="6334113"/>
              <a:ext cx="516669" cy="516669"/>
            </a:xfrm>
            <a:prstGeom prst="rect">
              <a:avLst/>
            </a:prstGeom>
          </p:spPr>
        </p:pic>
        <p:pic>
          <p:nvPicPr>
            <p:cNvPr id="47" name="Picture 46">
              <a:extLst>
                <a:ext uri="{FF2B5EF4-FFF2-40B4-BE49-F238E27FC236}">
                  <a16:creationId xmlns:a16="http://schemas.microsoft.com/office/drawing/2014/main" id="{C31E1291-A362-0CAD-7965-FF0CCC737A63}"/>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6537743" y="6334822"/>
              <a:ext cx="516669" cy="516669"/>
            </a:xfrm>
            <a:prstGeom prst="rect">
              <a:avLst/>
            </a:prstGeom>
          </p:spPr>
        </p:pic>
        <p:pic>
          <p:nvPicPr>
            <p:cNvPr id="48" name="Picture 47">
              <a:extLst>
                <a:ext uri="{FF2B5EF4-FFF2-40B4-BE49-F238E27FC236}">
                  <a16:creationId xmlns:a16="http://schemas.microsoft.com/office/drawing/2014/main" id="{31B276E0-32E2-EFC4-84CD-F1CDA41BADAC}"/>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7044340" y="6328210"/>
              <a:ext cx="516669" cy="492914"/>
            </a:xfrm>
            <a:prstGeom prst="rect">
              <a:avLst/>
            </a:prstGeom>
          </p:spPr>
        </p:pic>
        <p:pic>
          <p:nvPicPr>
            <p:cNvPr id="49" name="Picture 48">
              <a:extLst>
                <a:ext uri="{FF2B5EF4-FFF2-40B4-BE49-F238E27FC236}">
                  <a16:creationId xmlns:a16="http://schemas.microsoft.com/office/drawing/2014/main" id="{01E3AA88-31BD-82B6-7A40-081E9CFEAE6F}"/>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7560774" y="6317577"/>
              <a:ext cx="516669" cy="516669"/>
            </a:xfrm>
            <a:prstGeom prst="rect">
              <a:avLst/>
            </a:prstGeom>
          </p:spPr>
        </p:pic>
        <p:pic>
          <p:nvPicPr>
            <p:cNvPr id="50" name="Picture 49">
              <a:extLst>
                <a:ext uri="{FF2B5EF4-FFF2-40B4-BE49-F238E27FC236}">
                  <a16:creationId xmlns:a16="http://schemas.microsoft.com/office/drawing/2014/main" id="{EC503AF5-F8BE-C8ED-23A7-FB774BE34A12}"/>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8067371" y="6318286"/>
              <a:ext cx="516669" cy="516669"/>
            </a:xfrm>
            <a:prstGeom prst="rect">
              <a:avLst/>
            </a:prstGeom>
          </p:spPr>
        </p:pic>
        <p:pic>
          <p:nvPicPr>
            <p:cNvPr id="51" name="Picture 50">
              <a:extLst>
                <a:ext uri="{FF2B5EF4-FFF2-40B4-BE49-F238E27FC236}">
                  <a16:creationId xmlns:a16="http://schemas.microsoft.com/office/drawing/2014/main" id="{D8F8A7DB-BB07-B623-4C95-E0867F32B95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8573968" y="6311674"/>
              <a:ext cx="516669" cy="492914"/>
            </a:xfrm>
            <a:prstGeom prst="rect">
              <a:avLst/>
            </a:prstGeom>
          </p:spPr>
        </p:pic>
        <p:pic>
          <p:nvPicPr>
            <p:cNvPr id="52" name="Picture 51">
              <a:extLst>
                <a:ext uri="{FF2B5EF4-FFF2-40B4-BE49-F238E27FC236}">
                  <a16:creationId xmlns:a16="http://schemas.microsoft.com/office/drawing/2014/main" id="{474BB5AC-0545-759F-113B-8F3225FE0DF2}"/>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9135647" y="6340622"/>
              <a:ext cx="516669" cy="516669"/>
            </a:xfrm>
            <a:prstGeom prst="rect">
              <a:avLst/>
            </a:prstGeom>
          </p:spPr>
        </p:pic>
        <p:pic>
          <p:nvPicPr>
            <p:cNvPr id="53" name="Picture 52">
              <a:extLst>
                <a:ext uri="{FF2B5EF4-FFF2-40B4-BE49-F238E27FC236}">
                  <a16:creationId xmlns:a16="http://schemas.microsoft.com/office/drawing/2014/main" id="{A2F50533-F190-5767-8F30-A1B8F4F97720}"/>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9642244" y="6341331"/>
              <a:ext cx="516669" cy="516669"/>
            </a:xfrm>
            <a:prstGeom prst="rect">
              <a:avLst/>
            </a:prstGeom>
          </p:spPr>
        </p:pic>
        <p:pic>
          <p:nvPicPr>
            <p:cNvPr id="54" name="Picture 53">
              <a:extLst>
                <a:ext uri="{FF2B5EF4-FFF2-40B4-BE49-F238E27FC236}">
                  <a16:creationId xmlns:a16="http://schemas.microsoft.com/office/drawing/2014/main" id="{04CD1849-00F3-BE0A-8B45-72E47CD0949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48841" y="6334719"/>
              <a:ext cx="516669" cy="492914"/>
            </a:xfrm>
            <a:prstGeom prst="rect">
              <a:avLst/>
            </a:prstGeom>
          </p:spPr>
        </p:pic>
        <p:pic>
          <p:nvPicPr>
            <p:cNvPr id="55" name="Picture 54">
              <a:extLst>
                <a:ext uri="{FF2B5EF4-FFF2-40B4-BE49-F238E27FC236}">
                  <a16:creationId xmlns:a16="http://schemas.microsoft.com/office/drawing/2014/main" id="{11F5A672-4461-B93C-D145-53AE46CC5166}"/>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0626511" y="6327348"/>
              <a:ext cx="516669" cy="516669"/>
            </a:xfrm>
            <a:prstGeom prst="rect">
              <a:avLst/>
            </a:prstGeom>
          </p:spPr>
        </p:pic>
        <p:pic>
          <p:nvPicPr>
            <p:cNvPr id="56" name="Picture 55">
              <a:extLst>
                <a:ext uri="{FF2B5EF4-FFF2-40B4-BE49-F238E27FC236}">
                  <a16:creationId xmlns:a16="http://schemas.microsoft.com/office/drawing/2014/main" id="{6F4091AB-6F75-E1ED-63D4-797DEF487544}"/>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1133108" y="6328057"/>
              <a:ext cx="516669" cy="516669"/>
            </a:xfrm>
            <a:prstGeom prst="rect">
              <a:avLst/>
            </a:prstGeom>
          </p:spPr>
        </p:pic>
        <p:pic>
          <p:nvPicPr>
            <p:cNvPr id="57" name="Picture 56">
              <a:extLst>
                <a:ext uri="{FF2B5EF4-FFF2-40B4-BE49-F238E27FC236}">
                  <a16:creationId xmlns:a16="http://schemas.microsoft.com/office/drawing/2014/main" id="{68F6F8B8-3A8C-1BA2-C1AB-4EEE05F91C43}"/>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1639705" y="6321445"/>
              <a:ext cx="516669" cy="492914"/>
            </a:xfrm>
            <a:prstGeom prst="rect">
              <a:avLst/>
            </a:prstGeom>
          </p:spPr>
        </p:pic>
      </p:grpSp>
      <p:sp>
        <p:nvSpPr>
          <p:cNvPr id="58" name="Slide Number Placeholder 5">
            <a:extLst>
              <a:ext uri="{FF2B5EF4-FFF2-40B4-BE49-F238E27FC236}">
                <a16:creationId xmlns:a16="http://schemas.microsoft.com/office/drawing/2014/main" id="{4C12B701-8015-9658-22A1-B5E2EF434F56}"/>
              </a:ext>
            </a:extLst>
          </p:cNvPr>
          <p:cNvSpPr txBox="1">
            <a:spLocks/>
          </p:cNvSpPr>
          <p:nvPr userDrawn="1"/>
        </p:nvSpPr>
        <p:spPr>
          <a:xfrm>
            <a:off x="11427229" y="6593577"/>
            <a:ext cx="706750" cy="208165"/>
          </a:xfrm>
          <a:prstGeom prst="roundRect">
            <a:avLst>
              <a:gd name="adj" fmla="val 28315"/>
            </a:avLst>
          </a:prstGeom>
          <a:no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rgbClr val="C00000"/>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endParaRPr>
          </a:p>
        </p:txBody>
      </p:sp>
      <p:sp>
        <p:nvSpPr>
          <p:cNvPr id="59" name="TextBox 58">
            <a:extLst>
              <a:ext uri="{FF2B5EF4-FFF2-40B4-BE49-F238E27FC236}">
                <a16:creationId xmlns:a16="http://schemas.microsoft.com/office/drawing/2014/main" id="{4CA922E0-ED6B-948D-7FEE-B89887311BE7}"/>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bg1">
                    <a:lumMod val="50000"/>
                  </a:schemeClr>
                </a:solidFill>
                <a:effectLst/>
                <a:latin typeface="+mn-lt"/>
              </a:rPr>
              <a:t>© 2026 PT Triatra Sinergia Pratama </a:t>
            </a:r>
            <a:endParaRPr lang="en-ID" sz="700" b="0">
              <a:solidFill>
                <a:schemeClr val="bg1">
                  <a:lumMod val="50000"/>
                </a:schemeClr>
              </a:solidFill>
              <a:latin typeface="+mn-lt"/>
            </a:endParaRPr>
          </a:p>
        </p:txBody>
      </p:sp>
      <p:sp>
        <p:nvSpPr>
          <p:cNvPr id="60" name="Rectangle: Rounded Corners 59">
            <a:extLst>
              <a:ext uri="{FF2B5EF4-FFF2-40B4-BE49-F238E27FC236}">
                <a16:creationId xmlns:a16="http://schemas.microsoft.com/office/drawing/2014/main" id="{8883326A-E8D9-81E6-F0D6-FC20360F2271}"/>
              </a:ext>
            </a:extLst>
          </p:cNvPr>
          <p:cNvSpPr/>
          <p:nvPr userDrawn="1"/>
        </p:nvSpPr>
        <p:spPr>
          <a:xfrm flipV="1">
            <a:off x="0" y="136198"/>
            <a:ext cx="12192000" cy="534997"/>
          </a:xfrm>
          <a:prstGeom prst="roundRect">
            <a:avLst>
              <a:gd name="adj" fmla="val 0"/>
            </a:avLst>
          </a:prstGeom>
          <a:gradFill>
            <a:gsLst>
              <a:gs pos="61000">
                <a:schemeClr val="bg1">
                  <a:lumMod val="75000"/>
                </a:schemeClr>
              </a:gs>
              <a:gs pos="14000">
                <a:schemeClr val="bg1"/>
              </a:gs>
              <a:gs pos="100000">
                <a:schemeClr val="bg1">
                  <a:lumMod val="50000"/>
                </a:schemeClr>
              </a:gs>
            </a:gsLst>
            <a:lin ang="108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sp>
        <p:nvSpPr>
          <p:cNvPr id="61" name="Rectangle: Rounded Corners 60">
            <a:extLst>
              <a:ext uri="{FF2B5EF4-FFF2-40B4-BE49-F238E27FC236}">
                <a16:creationId xmlns:a16="http://schemas.microsoft.com/office/drawing/2014/main" id="{70F9B49E-EDFB-AD43-2750-7A1B82A19AF4}"/>
              </a:ext>
            </a:extLst>
          </p:cNvPr>
          <p:cNvSpPr/>
          <p:nvPr userDrawn="1"/>
        </p:nvSpPr>
        <p:spPr>
          <a:xfrm flipV="1">
            <a:off x="0" y="73371"/>
            <a:ext cx="12192000" cy="563112"/>
          </a:xfrm>
          <a:prstGeom prst="roundRect">
            <a:avLst>
              <a:gd name="adj" fmla="val 0"/>
            </a:avLst>
          </a:prstGeom>
          <a:gradFill>
            <a:gsLst>
              <a:gs pos="61000">
                <a:srgbClr val="E55200"/>
              </a:gs>
              <a:gs pos="14000">
                <a:schemeClr val="bg1"/>
              </a:gs>
              <a:gs pos="100000">
                <a:srgbClr val="E55200"/>
              </a:gs>
            </a:gsLst>
            <a:lin ang="108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pic>
        <p:nvPicPr>
          <p:cNvPr id="62" name="Picture 61" descr="A logo with white text&#10;&#10;AI-generated content may be incorrect.">
            <a:extLst>
              <a:ext uri="{FF2B5EF4-FFF2-40B4-BE49-F238E27FC236}">
                <a16:creationId xmlns:a16="http://schemas.microsoft.com/office/drawing/2014/main" id="{7C400F03-9141-DA4B-19D8-AB5C09BF227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65510" y="121173"/>
            <a:ext cx="1337156" cy="508420"/>
          </a:xfrm>
          <a:prstGeom prst="rect">
            <a:avLst/>
          </a:prstGeom>
        </p:spPr>
      </p:pic>
    </p:spTree>
    <p:extLst>
      <p:ext uri="{BB962C8B-B14F-4D97-AF65-F5344CB8AC3E}">
        <p14:creationId xmlns:p14="http://schemas.microsoft.com/office/powerpoint/2010/main" val="30765344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ADEC0A6-1861-628C-FFB3-F89966776F57}"/>
              </a:ext>
            </a:extLst>
          </p:cNvPr>
          <p:cNvGrpSpPr/>
          <p:nvPr userDrawn="1"/>
        </p:nvGrpSpPr>
        <p:grpSpPr>
          <a:xfrm>
            <a:off x="37131" y="6323002"/>
            <a:ext cx="12154869" cy="534998"/>
            <a:chOff x="-1" y="6311674"/>
            <a:chExt cx="12156375" cy="572268"/>
          </a:xfrm>
        </p:grpSpPr>
        <p:pic>
          <p:nvPicPr>
            <p:cNvPr id="7" name="Picture 6">
              <a:extLst>
                <a:ext uri="{FF2B5EF4-FFF2-40B4-BE49-F238E27FC236}">
                  <a16:creationId xmlns:a16="http://schemas.microsoft.com/office/drawing/2014/main" id="{FF30B68D-D280-0D71-41CE-CDB337D082F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 y="6366564"/>
              <a:ext cx="516669" cy="516669"/>
            </a:xfrm>
            <a:prstGeom prst="rect">
              <a:avLst/>
            </a:prstGeom>
          </p:spPr>
        </p:pic>
        <p:pic>
          <p:nvPicPr>
            <p:cNvPr id="8" name="Picture 7">
              <a:extLst>
                <a:ext uri="{FF2B5EF4-FFF2-40B4-BE49-F238E27FC236}">
                  <a16:creationId xmlns:a16="http://schemas.microsoft.com/office/drawing/2014/main" id="{E2E44B7A-3431-33CC-86CE-0334B8F9E421}"/>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6596" y="6367273"/>
              <a:ext cx="516669" cy="516669"/>
            </a:xfrm>
            <a:prstGeom prst="rect">
              <a:avLst/>
            </a:prstGeom>
          </p:spPr>
        </p:pic>
        <p:pic>
          <p:nvPicPr>
            <p:cNvPr id="9" name="Picture 8">
              <a:extLst>
                <a:ext uri="{FF2B5EF4-FFF2-40B4-BE49-F238E27FC236}">
                  <a16:creationId xmlns:a16="http://schemas.microsoft.com/office/drawing/2014/main" id="{67914360-8254-DD26-E22C-B94295234F9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3193" y="6360661"/>
              <a:ext cx="516669" cy="492914"/>
            </a:xfrm>
            <a:prstGeom prst="rect">
              <a:avLst/>
            </a:prstGeom>
          </p:spPr>
        </p:pic>
        <p:pic>
          <p:nvPicPr>
            <p:cNvPr id="10" name="Picture 9">
              <a:extLst>
                <a:ext uri="{FF2B5EF4-FFF2-40B4-BE49-F238E27FC236}">
                  <a16:creationId xmlns:a16="http://schemas.microsoft.com/office/drawing/2014/main" id="{39E3D9F9-02D3-90C4-CCF4-A925B8FB04C0}"/>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490863" y="6353290"/>
              <a:ext cx="516669" cy="516669"/>
            </a:xfrm>
            <a:prstGeom prst="rect">
              <a:avLst/>
            </a:prstGeom>
          </p:spPr>
        </p:pic>
        <p:pic>
          <p:nvPicPr>
            <p:cNvPr id="11" name="Picture 10">
              <a:extLst>
                <a:ext uri="{FF2B5EF4-FFF2-40B4-BE49-F238E27FC236}">
                  <a16:creationId xmlns:a16="http://schemas.microsoft.com/office/drawing/2014/main" id="{3FEBD915-1DCB-BFB8-5FAE-8ADFA23FFB90}"/>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997460" y="6353999"/>
              <a:ext cx="516669" cy="516669"/>
            </a:xfrm>
            <a:prstGeom prst="rect">
              <a:avLst/>
            </a:prstGeom>
          </p:spPr>
        </p:pic>
        <p:pic>
          <p:nvPicPr>
            <p:cNvPr id="12" name="Picture 11">
              <a:extLst>
                <a:ext uri="{FF2B5EF4-FFF2-40B4-BE49-F238E27FC236}">
                  <a16:creationId xmlns:a16="http://schemas.microsoft.com/office/drawing/2014/main" id="{1B389D77-5502-5B4D-B1C5-B6C600BCA0AD}"/>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2504057" y="6347387"/>
              <a:ext cx="516669" cy="492914"/>
            </a:xfrm>
            <a:prstGeom prst="rect">
              <a:avLst/>
            </a:prstGeom>
          </p:spPr>
        </p:pic>
        <p:pic>
          <p:nvPicPr>
            <p:cNvPr id="13" name="Picture 12">
              <a:extLst>
                <a:ext uri="{FF2B5EF4-FFF2-40B4-BE49-F238E27FC236}">
                  <a16:creationId xmlns:a16="http://schemas.microsoft.com/office/drawing/2014/main" id="{DB67954D-A0ED-4886-1A29-7900ACFDE8B4}"/>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3020491" y="6336754"/>
              <a:ext cx="516669" cy="516669"/>
            </a:xfrm>
            <a:prstGeom prst="rect">
              <a:avLst/>
            </a:prstGeom>
          </p:spPr>
        </p:pic>
        <p:pic>
          <p:nvPicPr>
            <p:cNvPr id="14" name="Picture 13">
              <a:extLst>
                <a:ext uri="{FF2B5EF4-FFF2-40B4-BE49-F238E27FC236}">
                  <a16:creationId xmlns:a16="http://schemas.microsoft.com/office/drawing/2014/main" id="{9A2D138E-EC88-263D-17AD-291DA40695DF}"/>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3527088" y="6337463"/>
              <a:ext cx="516669" cy="516669"/>
            </a:xfrm>
            <a:prstGeom prst="rect">
              <a:avLst/>
            </a:prstGeom>
          </p:spPr>
        </p:pic>
        <p:pic>
          <p:nvPicPr>
            <p:cNvPr id="15" name="Picture 14">
              <a:extLst>
                <a:ext uri="{FF2B5EF4-FFF2-40B4-BE49-F238E27FC236}">
                  <a16:creationId xmlns:a16="http://schemas.microsoft.com/office/drawing/2014/main" id="{E3C2FA1A-3BDC-D504-1951-6DA5ABBF1078}"/>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4033685" y="6330851"/>
              <a:ext cx="516669" cy="492914"/>
            </a:xfrm>
            <a:prstGeom prst="rect">
              <a:avLst/>
            </a:prstGeom>
          </p:spPr>
        </p:pic>
        <p:pic>
          <p:nvPicPr>
            <p:cNvPr id="16" name="Picture 15">
              <a:extLst>
                <a:ext uri="{FF2B5EF4-FFF2-40B4-BE49-F238E27FC236}">
                  <a16:creationId xmlns:a16="http://schemas.microsoft.com/office/drawing/2014/main" id="{252376A2-2E43-8FED-27D8-840FC8688A91}"/>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4540282" y="6347387"/>
              <a:ext cx="516669" cy="516669"/>
            </a:xfrm>
            <a:prstGeom prst="rect">
              <a:avLst/>
            </a:prstGeom>
          </p:spPr>
        </p:pic>
        <p:pic>
          <p:nvPicPr>
            <p:cNvPr id="17" name="Picture 16">
              <a:extLst>
                <a:ext uri="{FF2B5EF4-FFF2-40B4-BE49-F238E27FC236}">
                  <a16:creationId xmlns:a16="http://schemas.microsoft.com/office/drawing/2014/main" id="{003187FD-D4A6-D6D4-7CD6-3827E2AE8E4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46879" y="6348096"/>
              <a:ext cx="516669" cy="516669"/>
            </a:xfrm>
            <a:prstGeom prst="rect">
              <a:avLst/>
            </a:prstGeom>
          </p:spPr>
        </p:pic>
        <p:pic>
          <p:nvPicPr>
            <p:cNvPr id="18" name="Picture 17">
              <a:extLst>
                <a:ext uri="{FF2B5EF4-FFF2-40B4-BE49-F238E27FC236}">
                  <a16:creationId xmlns:a16="http://schemas.microsoft.com/office/drawing/2014/main" id="{FBD5C6E0-E26B-CB06-1770-75579DE5D6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5553476" y="6341484"/>
              <a:ext cx="516669" cy="492914"/>
            </a:xfrm>
            <a:prstGeom prst="rect">
              <a:avLst/>
            </a:prstGeom>
          </p:spPr>
        </p:pic>
        <p:pic>
          <p:nvPicPr>
            <p:cNvPr id="19" name="Picture 18">
              <a:extLst>
                <a:ext uri="{FF2B5EF4-FFF2-40B4-BE49-F238E27FC236}">
                  <a16:creationId xmlns:a16="http://schemas.microsoft.com/office/drawing/2014/main" id="{27493920-C4CA-28AA-2A6B-78AF21C2255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6031146" y="6334113"/>
              <a:ext cx="516669" cy="516669"/>
            </a:xfrm>
            <a:prstGeom prst="rect">
              <a:avLst/>
            </a:prstGeom>
          </p:spPr>
        </p:pic>
        <p:pic>
          <p:nvPicPr>
            <p:cNvPr id="20" name="Picture 19">
              <a:extLst>
                <a:ext uri="{FF2B5EF4-FFF2-40B4-BE49-F238E27FC236}">
                  <a16:creationId xmlns:a16="http://schemas.microsoft.com/office/drawing/2014/main" id="{6628A0EF-B762-3487-7A89-31745F0B0F78}"/>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6537743" y="6334822"/>
              <a:ext cx="516669" cy="516669"/>
            </a:xfrm>
            <a:prstGeom prst="rect">
              <a:avLst/>
            </a:prstGeom>
          </p:spPr>
        </p:pic>
        <p:pic>
          <p:nvPicPr>
            <p:cNvPr id="21" name="Picture 20">
              <a:extLst>
                <a:ext uri="{FF2B5EF4-FFF2-40B4-BE49-F238E27FC236}">
                  <a16:creationId xmlns:a16="http://schemas.microsoft.com/office/drawing/2014/main" id="{4950869C-7A37-EE51-2E34-B97A6AD9278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7044340" y="6328210"/>
              <a:ext cx="516669" cy="492914"/>
            </a:xfrm>
            <a:prstGeom prst="rect">
              <a:avLst/>
            </a:prstGeom>
          </p:spPr>
        </p:pic>
        <p:pic>
          <p:nvPicPr>
            <p:cNvPr id="22" name="Picture 21">
              <a:extLst>
                <a:ext uri="{FF2B5EF4-FFF2-40B4-BE49-F238E27FC236}">
                  <a16:creationId xmlns:a16="http://schemas.microsoft.com/office/drawing/2014/main" id="{69BB61F5-C97C-101A-B143-891F31DEF22B}"/>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7560774" y="6317577"/>
              <a:ext cx="516669" cy="516669"/>
            </a:xfrm>
            <a:prstGeom prst="rect">
              <a:avLst/>
            </a:prstGeom>
          </p:spPr>
        </p:pic>
        <p:pic>
          <p:nvPicPr>
            <p:cNvPr id="23" name="Picture 22">
              <a:extLst>
                <a:ext uri="{FF2B5EF4-FFF2-40B4-BE49-F238E27FC236}">
                  <a16:creationId xmlns:a16="http://schemas.microsoft.com/office/drawing/2014/main" id="{3257E681-040D-5012-5853-ACA4F043A36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8067371" y="6318286"/>
              <a:ext cx="516669" cy="516669"/>
            </a:xfrm>
            <a:prstGeom prst="rect">
              <a:avLst/>
            </a:prstGeom>
          </p:spPr>
        </p:pic>
        <p:pic>
          <p:nvPicPr>
            <p:cNvPr id="24" name="Picture 23">
              <a:extLst>
                <a:ext uri="{FF2B5EF4-FFF2-40B4-BE49-F238E27FC236}">
                  <a16:creationId xmlns:a16="http://schemas.microsoft.com/office/drawing/2014/main" id="{E8FA957D-F8E4-C9F3-002A-4B7E07AE2B7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8573968" y="6311674"/>
              <a:ext cx="516669" cy="492914"/>
            </a:xfrm>
            <a:prstGeom prst="rect">
              <a:avLst/>
            </a:prstGeom>
          </p:spPr>
        </p:pic>
        <p:pic>
          <p:nvPicPr>
            <p:cNvPr id="25" name="Picture 24">
              <a:extLst>
                <a:ext uri="{FF2B5EF4-FFF2-40B4-BE49-F238E27FC236}">
                  <a16:creationId xmlns:a16="http://schemas.microsoft.com/office/drawing/2014/main" id="{4B5068E4-A6C7-4650-ECFD-6B9BD2DD97AA}"/>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9135647" y="6340622"/>
              <a:ext cx="516669" cy="516669"/>
            </a:xfrm>
            <a:prstGeom prst="rect">
              <a:avLst/>
            </a:prstGeom>
          </p:spPr>
        </p:pic>
        <p:pic>
          <p:nvPicPr>
            <p:cNvPr id="26" name="Picture 25">
              <a:extLst>
                <a:ext uri="{FF2B5EF4-FFF2-40B4-BE49-F238E27FC236}">
                  <a16:creationId xmlns:a16="http://schemas.microsoft.com/office/drawing/2014/main" id="{9D5340D3-3317-9B6A-3BEC-8DB19038D1BE}"/>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9642244" y="6341331"/>
              <a:ext cx="516669" cy="516669"/>
            </a:xfrm>
            <a:prstGeom prst="rect">
              <a:avLst/>
            </a:prstGeom>
          </p:spPr>
        </p:pic>
        <p:pic>
          <p:nvPicPr>
            <p:cNvPr id="27" name="Picture 26">
              <a:extLst>
                <a:ext uri="{FF2B5EF4-FFF2-40B4-BE49-F238E27FC236}">
                  <a16:creationId xmlns:a16="http://schemas.microsoft.com/office/drawing/2014/main" id="{5EB7F051-1A8B-41B7-1566-34A168A7BA32}"/>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48841" y="6334719"/>
              <a:ext cx="516669" cy="492914"/>
            </a:xfrm>
            <a:prstGeom prst="rect">
              <a:avLst/>
            </a:prstGeom>
          </p:spPr>
        </p:pic>
        <p:pic>
          <p:nvPicPr>
            <p:cNvPr id="28" name="Picture 27">
              <a:extLst>
                <a:ext uri="{FF2B5EF4-FFF2-40B4-BE49-F238E27FC236}">
                  <a16:creationId xmlns:a16="http://schemas.microsoft.com/office/drawing/2014/main" id="{492F2351-80E8-CC8C-8EB3-8784DA310D9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0626511" y="6327348"/>
              <a:ext cx="516669" cy="516669"/>
            </a:xfrm>
            <a:prstGeom prst="rect">
              <a:avLst/>
            </a:prstGeom>
          </p:spPr>
        </p:pic>
        <p:pic>
          <p:nvPicPr>
            <p:cNvPr id="29" name="Picture 28">
              <a:extLst>
                <a:ext uri="{FF2B5EF4-FFF2-40B4-BE49-F238E27FC236}">
                  <a16:creationId xmlns:a16="http://schemas.microsoft.com/office/drawing/2014/main" id="{35A11174-D635-8E72-1FCD-5A49F08DD1D5}"/>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1133108" y="6328057"/>
              <a:ext cx="516669" cy="516669"/>
            </a:xfrm>
            <a:prstGeom prst="rect">
              <a:avLst/>
            </a:prstGeom>
          </p:spPr>
        </p:pic>
        <p:pic>
          <p:nvPicPr>
            <p:cNvPr id="30" name="Picture 29">
              <a:extLst>
                <a:ext uri="{FF2B5EF4-FFF2-40B4-BE49-F238E27FC236}">
                  <a16:creationId xmlns:a16="http://schemas.microsoft.com/office/drawing/2014/main" id="{6B4D4D6E-EACE-1318-EB2D-77C742D5A0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1639705" y="6321445"/>
              <a:ext cx="516669" cy="492914"/>
            </a:xfrm>
            <a:prstGeom prst="rect">
              <a:avLst/>
            </a:prstGeom>
          </p:spPr>
        </p:pic>
      </p:grpSp>
      <p:sp>
        <p:nvSpPr>
          <p:cNvPr id="31" name="Slide Number Placeholder 5">
            <a:extLst>
              <a:ext uri="{FF2B5EF4-FFF2-40B4-BE49-F238E27FC236}">
                <a16:creationId xmlns:a16="http://schemas.microsoft.com/office/drawing/2014/main" id="{B3FF9488-5F22-0F40-5897-13E9301169F0}"/>
              </a:ext>
            </a:extLst>
          </p:cNvPr>
          <p:cNvSpPr txBox="1">
            <a:spLocks/>
          </p:cNvSpPr>
          <p:nvPr userDrawn="1"/>
        </p:nvSpPr>
        <p:spPr>
          <a:xfrm>
            <a:off x="11427229" y="6593577"/>
            <a:ext cx="706750" cy="208165"/>
          </a:xfrm>
          <a:prstGeom prst="roundRect">
            <a:avLst>
              <a:gd name="adj" fmla="val 28315"/>
            </a:avLst>
          </a:prstGeom>
          <a:no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rgbClr val="C00000"/>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endParaRPr>
          </a:p>
        </p:txBody>
      </p:sp>
      <p:sp>
        <p:nvSpPr>
          <p:cNvPr id="32" name="TextBox 31">
            <a:extLst>
              <a:ext uri="{FF2B5EF4-FFF2-40B4-BE49-F238E27FC236}">
                <a16:creationId xmlns:a16="http://schemas.microsoft.com/office/drawing/2014/main" id="{3CBE0518-699E-148F-8A7C-519EB4F0789D}"/>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bg1">
                    <a:lumMod val="50000"/>
                  </a:schemeClr>
                </a:solidFill>
                <a:effectLst/>
                <a:latin typeface="+mn-lt"/>
              </a:rPr>
              <a:t>© 2026 PT Triatra Sinergia Pratama </a:t>
            </a:r>
            <a:endParaRPr lang="en-ID" sz="700" b="0">
              <a:solidFill>
                <a:schemeClr val="bg1">
                  <a:lumMod val="50000"/>
                </a:schemeClr>
              </a:solidFill>
              <a:latin typeface="+mn-lt"/>
            </a:endParaRPr>
          </a:p>
        </p:txBody>
      </p:sp>
      <p:sp>
        <p:nvSpPr>
          <p:cNvPr id="2" name="Rectangle: Rounded Corners 1">
            <a:extLst>
              <a:ext uri="{FF2B5EF4-FFF2-40B4-BE49-F238E27FC236}">
                <a16:creationId xmlns:a16="http://schemas.microsoft.com/office/drawing/2014/main" id="{A9AF7CC2-1B62-8B8E-2ED0-BF743BCF24B9}"/>
              </a:ext>
            </a:extLst>
          </p:cNvPr>
          <p:cNvSpPr/>
          <p:nvPr userDrawn="1"/>
        </p:nvSpPr>
        <p:spPr>
          <a:xfrm flipV="1">
            <a:off x="0" y="-20707"/>
            <a:ext cx="12192000" cy="904627"/>
          </a:xfrm>
          <a:prstGeom prst="roundRect">
            <a:avLst>
              <a:gd name="adj" fmla="val 0"/>
            </a:avLst>
          </a:prstGeom>
          <a:solidFill>
            <a:schemeClr val="bg2"/>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prstClr val="white"/>
              </a:solidFill>
              <a:effectLst/>
              <a:uLnTx/>
              <a:uFillTx/>
              <a:latin typeface="Arial" panose="020B0604020202020204"/>
              <a:ea typeface="+mn-ea"/>
              <a:cs typeface="+mn-cs"/>
            </a:endParaRPr>
          </a:p>
        </p:txBody>
      </p:sp>
      <p:pic>
        <p:nvPicPr>
          <p:cNvPr id="3" name="Picture 2" descr="A logo with white text&#10;&#10;AI-generated content may be incorrect.">
            <a:extLst>
              <a:ext uri="{FF2B5EF4-FFF2-40B4-BE49-F238E27FC236}">
                <a16:creationId xmlns:a16="http://schemas.microsoft.com/office/drawing/2014/main" id="{F9800AEC-7C85-3978-E704-FD5682544C1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65510" y="121173"/>
            <a:ext cx="1337156" cy="508420"/>
          </a:xfrm>
          <a:prstGeom prst="rect">
            <a:avLst/>
          </a:prstGeom>
        </p:spPr>
      </p:pic>
    </p:spTree>
    <p:extLst>
      <p:ext uri="{BB962C8B-B14F-4D97-AF65-F5344CB8AC3E}">
        <p14:creationId xmlns:p14="http://schemas.microsoft.com/office/powerpoint/2010/main" val="8378259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ADEC0A6-1861-628C-FFB3-F89966776F57}"/>
              </a:ext>
            </a:extLst>
          </p:cNvPr>
          <p:cNvGrpSpPr/>
          <p:nvPr userDrawn="1"/>
        </p:nvGrpSpPr>
        <p:grpSpPr>
          <a:xfrm>
            <a:off x="37131" y="6323002"/>
            <a:ext cx="12154869" cy="534998"/>
            <a:chOff x="-1" y="6311674"/>
            <a:chExt cx="12156375" cy="572268"/>
          </a:xfrm>
        </p:grpSpPr>
        <p:pic>
          <p:nvPicPr>
            <p:cNvPr id="7" name="Picture 6">
              <a:extLst>
                <a:ext uri="{FF2B5EF4-FFF2-40B4-BE49-F238E27FC236}">
                  <a16:creationId xmlns:a16="http://schemas.microsoft.com/office/drawing/2014/main" id="{FF30B68D-D280-0D71-41CE-CDB337D082F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 y="6366564"/>
              <a:ext cx="516669" cy="516669"/>
            </a:xfrm>
            <a:prstGeom prst="rect">
              <a:avLst/>
            </a:prstGeom>
          </p:spPr>
        </p:pic>
        <p:pic>
          <p:nvPicPr>
            <p:cNvPr id="8" name="Picture 7">
              <a:extLst>
                <a:ext uri="{FF2B5EF4-FFF2-40B4-BE49-F238E27FC236}">
                  <a16:creationId xmlns:a16="http://schemas.microsoft.com/office/drawing/2014/main" id="{E2E44B7A-3431-33CC-86CE-0334B8F9E421}"/>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6596" y="6367273"/>
              <a:ext cx="516669" cy="516669"/>
            </a:xfrm>
            <a:prstGeom prst="rect">
              <a:avLst/>
            </a:prstGeom>
          </p:spPr>
        </p:pic>
        <p:pic>
          <p:nvPicPr>
            <p:cNvPr id="9" name="Picture 8">
              <a:extLst>
                <a:ext uri="{FF2B5EF4-FFF2-40B4-BE49-F238E27FC236}">
                  <a16:creationId xmlns:a16="http://schemas.microsoft.com/office/drawing/2014/main" id="{67914360-8254-DD26-E22C-B94295234F9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3193" y="6360661"/>
              <a:ext cx="516669" cy="492914"/>
            </a:xfrm>
            <a:prstGeom prst="rect">
              <a:avLst/>
            </a:prstGeom>
          </p:spPr>
        </p:pic>
        <p:pic>
          <p:nvPicPr>
            <p:cNvPr id="10" name="Picture 9">
              <a:extLst>
                <a:ext uri="{FF2B5EF4-FFF2-40B4-BE49-F238E27FC236}">
                  <a16:creationId xmlns:a16="http://schemas.microsoft.com/office/drawing/2014/main" id="{39E3D9F9-02D3-90C4-CCF4-A925B8FB04C0}"/>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490863" y="6353290"/>
              <a:ext cx="516669" cy="516669"/>
            </a:xfrm>
            <a:prstGeom prst="rect">
              <a:avLst/>
            </a:prstGeom>
          </p:spPr>
        </p:pic>
        <p:pic>
          <p:nvPicPr>
            <p:cNvPr id="11" name="Picture 10">
              <a:extLst>
                <a:ext uri="{FF2B5EF4-FFF2-40B4-BE49-F238E27FC236}">
                  <a16:creationId xmlns:a16="http://schemas.microsoft.com/office/drawing/2014/main" id="{3FEBD915-1DCB-BFB8-5FAE-8ADFA23FFB90}"/>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997460" y="6353999"/>
              <a:ext cx="516669" cy="516669"/>
            </a:xfrm>
            <a:prstGeom prst="rect">
              <a:avLst/>
            </a:prstGeom>
          </p:spPr>
        </p:pic>
        <p:pic>
          <p:nvPicPr>
            <p:cNvPr id="12" name="Picture 11">
              <a:extLst>
                <a:ext uri="{FF2B5EF4-FFF2-40B4-BE49-F238E27FC236}">
                  <a16:creationId xmlns:a16="http://schemas.microsoft.com/office/drawing/2014/main" id="{1B389D77-5502-5B4D-B1C5-B6C600BCA0AD}"/>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2504057" y="6347387"/>
              <a:ext cx="516669" cy="492914"/>
            </a:xfrm>
            <a:prstGeom prst="rect">
              <a:avLst/>
            </a:prstGeom>
          </p:spPr>
        </p:pic>
        <p:pic>
          <p:nvPicPr>
            <p:cNvPr id="13" name="Picture 12">
              <a:extLst>
                <a:ext uri="{FF2B5EF4-FFF2-40B4-BE49-F238E27FC236}">
                  <a16:creationId xmlns:a16="http://schemas.microsoft.com/office/drawing/2014/main" id="{DB67954D-A0ED-4886-1A29-7900ACFDE8B4}"/>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3020491" y="6336754"/>
              <a:ext cx="516669" cy="516669"/>
            </a:xfrm>
            <a:prstGeom prst="rect">
              <a:avLst/>
            </a:prstGeom>
          </p:spPr>
        </p:pic>
        <p:pic>
          <p:nvPicPr>
            <p:cNvPr id="14" name="Picture 13">
              <a:extLst>
                <a:ext uri="{FF2B5EF4-FFF2-40B4-BE49-F238E27FC236}">
                  <a16:creationId xmlns:a16="http://schemas.microsoft.com/office/drawing/2014/main" id="{9A2D138E-EC88-263D-17AD-291DA40695DF}"/>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3527088" y="6337463"/>
              <a:ext cx="516669" cy="516669"/>
            </a:xfrm>
            <a:prstGeom prst="rect">
              <a:avLst/>
            </a:prstGeom>
          </p:spPr>
        </p:pic>
        <p:pic>
          <p:nvPicPr>
            <p:cNvPr id="15" name="Picture 14">
              <a:extLst>
                <a:ext uri="{FF2B5EF4-FFF2-40B4-BE49-F238E27FC236}">
                  <a16:creationId xmlns:a16="http://schemas.microsoft.com/office/drawing/2014/main" id="{E3C2FA1A-3BDC-D504-1951-6DA5ABBF1078}"/>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4033685" y="6330851"/>
              <a:ext cx="516669" cy="492914"/>
            </a:xfrm>
            <a:prstGeom prst="rect">
              <a:avLst/>
            </a:prstGeom>
          </p:spPr>
        </p:pic>
        <p:pic>
          <p:nvPicPr>
            <p:cNvPr id="16" name="Picture 15">
              <a:extLst>
                <a:ext uri="{FF2B5EF4-FFF2-40B4-BE49-F238E27FC236}">
                  <a16:creationId xmlns:a16="http://schemas.microsoft.com/office/drawing/2014/main" id="{252376A2-2E43-8FED-27D8-840FC8688A91}"/>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4540282" y="6347387"/>
              <a:ext cx="516669" cy="516669"/>
            </a:xfrm>
            <a:prstGeom prst="rect">
              <a:avLst/>
            </a:prstGeom>
          </p:spPr>
        </p:pic>
        <p:pic>
          <p:nvPicPr>
            <p:cNvPr id="17" name="Picture 16">
              <a:extLst>
                <a:ext uri="{FF2B5EF4-FFF2-40B4-BE49-F238E27FC236}">
                  <a16:creationId xmlns:a16="http://schemas.microsoft.com/office/drawing/2014/main" id="{003187FD-D4A6-D6D4-7CD6-3827E2AE8E4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5046879" y="6348096"/>
              <a:ext cx="516669" cy="516669"/>
            </a:xfrm>
            <a:prstGeom prst="rect">
              <a:avLst/>
            </a:prstGeom>
          </p:spPr>
        </p:pic>
        <p:pic>
          <p:nvPicPr>
            <p:cNvPr id="18" name="Picture 17">
              <a:extLst>
                <a:ext uri="{FF2B5EF4-FFF2-40B4-BE49-F238E27FC236}">
                  <a16:creationId xmlns:a16="http://schemas.microsoft.com/office/drawing/2014/main" id="{FBD5C6E0-E26B-CB06-1770-75579DE5D6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5553476" y="6341484"/>
              <a:ext cx="516669" cy="492914"/>
            </a:xfrm>
            <a:prstGeom prst="rect">
              <a:avLst/>
            </a:prstGeom>
          </p:spPr>
        </p:pic>
        <p:pic>
          <p:nvPicPr>
            <p:cNvPr id="19" name="Picture 18">
              <a:extLst>
                <a:ext uri="{FF2B5EF4-FFF2-40B4-BE49-F238E27FC236}">
                  <a16:creationId xmlns:a16="http://schemas.microsoft.com/office/drawing/2014/main" id="{27493920-C4CA-28AA-2A6B-78AF21C2255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6031146" y="6334113"/>
              <a:ext cx="516669" cy="516669"/>
            </a:xfrm>
            <a:prstGeom prst="rect">
              <a:avLst/>
            </a:prstGeom>
          </p:spPr>
        </p:pic>
        <p:pic>
          <p:nvPicPr>
            <p:cNvPr id="20" name="Picture 19">
              <a:extLst>
                <a:ext uri="{FF2B5EF4-FFF2-40B4-BE49-F238E27FC236}">
                  <a16:creationId xmlns:a16="http://schemas.microsoft.com/office/drawing/2014/main" id="{6628A0EF-B762-3487-7A89-31745F0B0F78}"/>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6537743" y="6334822"/>
              <a:ext cx="516669" cy="516669"/>
            </a:xfrm>
            <a:prstGeom prst="rect">
              <a:avLst/>
            </a:prstGeom>
          </p:spPr>
        </p:pic>
        <p:pic>
          <p:nvPicPr>
            <p:cNvPr id="21" name="Picture 20">
              <a:extLst>
                <a:ext uri="{FF2B5EF4-FFF2-40B4-BE49-F238E27FC236}">
                  <a16:creationId xmlns:a16="http://schemas.microsoft.com/office/drawing/2014/main" id="{4950869C-7A37-EE51-2E34-B97A6AD9278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7044340" y="6328210"/>
              <a:ext cx="516669" cy="492914"/>
            </a:xfrm>
            <a:prstGeom prst="rect">
              <a:avLst/>
            </a:prstGeom>
          </p:spPr>
        </p:pic>
        <p:pic>
          <p:nvPicPr>
            <p:cNvPr id="22" name="Picture 21">
              <a:extLst>
                <a:ext uri="{FF2B5EF4-FFF2-40B4-BE49-F238E27FC236}">
                  <a16:creationId xmlns:a16="http://schemas.microsoft.com/office/drawing/2014/main" id="{69BB61F5-C97C-101A-B143-891F31DEF22B}"/>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7560774" y="6317577"/>
              <a:ext cx="516669" cy="516669"/>
            </a:xfrm>
            <a:prstGeom prst="rect">
              <a:avLst/>
            </a:prstGeom>
          </p:spPr>
        </p:pic>
        <p:pic>
          <p:nvPicPr>
            <p:cNvPr id="23" name="Picture 22">
              <a:extLst>
                <a:ext uri="{FF2B5EF4-FFF2-40B4-BE49-F238E27FC236}">
                  <a16:creationId xmlns:a16="http://schemas.microsoft.com/office/drawing/2014/main" id="{3257E681-040D-5012-5853-ACA4F043A36D}"/>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8067371" y="6318286"/>
              <a:ext cx="516669" cy="516669"/>
            </a:xfrm>
            <a:prstGeom prst="rect">
              <a:avLst/>
            </a:prstGeom>
          </p:spPr>
        </p:pic>
        <p:pic>
          <p:nvPicPr>
            <p:cNvPr id="24" name="Picture 23">
              <a:extLst>
                <a:ext uri="{FF2B5EF4-FFF2-40B4-BE49-F238E27FC236}">
                  <a16:creationId xmlns:a16="http://schemas.microsoft.com/office/drawing/2014/main" id="{E8FA957D-F8E4-C9F3-002A-4B7E07AE2B7E}"/>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8573968" y="6311674"/>
              <a:ext cx="516669" cy="492914"/>
            </a:xfrm>
            <a:prstGeom prst="rect">
              <a:avLst/>
            </a:prstGeom>
          </p:spPr>
        </p:pic>
        <p:pic>
          <p:nvPicPr>
            <p:cNvPr id="25" name="Picture 24">
              <a:extLst>
                <a:ext uri="{FF2B5EF4-FFF2-40B4-BE49-F238E27FC236}">
                  <a16:creationId xmlns:a16="http://schemas.microsoft.com/office/drawing/2014/main" id="{4B5068E4-A6C7-4650-ECFD-6B9BD2DD97AA}"/>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9135647" y="6340622"/>
              <a:ext cx="516669" cy="516669"/>
            </a:xfrm>
            <a:prstGeom prst="rect">
              <a:avLst/>
            </a:prstGeom>
          </p:spPr>
        </p:pic>
        <p:pic>
          <p:nvPicPr>
            <p:cNvPr id="26" name="Picture 25">
              <a:extLst>
                <a:ext uri="{FF2B5EF4-FFF2-40B4-BE49-F238E27FC236}">
                  <a16:creationId xmlns:a16="http://schemas.microsoft.com/office/drawing/2014/main" id="{9D5340D3-3317-9B6A-3BEC-8DB19038D1BE}"/>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9642244" y="6341331"/>
              <a:ext cx="516669" cy="516669"/>
            </a:xfrm>
            <a:prstGeom prst="rect">
              <a:avLst/>
            </a:prstGeom>
          </p:spPr>
        </p:pic>
        <p:pic>
          <p:nvPicPr>
            <p:cNvPr id="27" name="Picture 26">
              <a:extLst>
                <a:ext uri="{FF2B5EF4-FFF2-40B4-BE49-F238E27FC236}">
                  <a16:creationId xmlns:a16="http://schemas.microsoft.com/office/drawing/2014/main" id="{5EB7F051-1A8B-41B7-1566-34A168A7BA32}"/>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0148841" y="6334719"/>
              <a:ext cx="516669" cy="492914"/>
            </a:xfrm>
            <a:prstGeom prst="rect">
              <a:avLst/>
            </a:prstGeom>
          </p:spPr>
        </p:pic>
        <p:pic>
          <p:nvPicPr>
            <p:cNvPr id="28" name="Picture 27">
              <a:extLst>
                <a:ext uri="{FF2B5EF4-FFF2-40B4-BE49-F238E27FC236}">
                  <a16:creationId xmlns:a16="http://schemas.microsoft.com/office/drawing/2014/main" id="{492F2351-80E8-CC8C-8EB3-8784DA310D9C}"/>
                </a:ext>
              </a:extLst>
            </p:cNvPr>
            <p:cNvPicPr>
              <a:picLocks noChangeAspect="1"/>
            </p:cNvPicPr>
            <p:nvPr userDrawn="1"/>
          </p:nvPicPr>
          <p:blipFill>
            <a:blip r:embed="rId2">
              <a:duotone>
                <a:schemeClr val="accent2">
                  <a:shade val="45000"/>
                  <a:satMod val="135000"/>
                </a:schemeClr>
                <a:prstClr val="white"/>
              </a:duotone>
              <a:alphaModFix amt="4000"/>
            </a:blip>
            <a:stretch>
              <a:fillRect/>
            </a:stretch>
          </p:blipFill>
          <p:spPr>
            <a:xfrm rot="16200000">
              <a:off x="10626511" y="6327348"/>
              <a:ext cx="516669" cy="516669"/>
            </a:xfrm>
            <a:prstGeom prst="rect">
              <a:avLst/>
            </a:prstGeom>
          </p:spPr>
        </p:pic>
        <p:pic>
          <p:nvPicPr>
            <p:cNvPr id="29" name="Picture 28">
              <a:extLst>
                <a:ext uri="{FF2B5EF4-FFF2-40B4-BE49-F238E27FC236}">
                  <a16:creationId xmlns:a16="http://schemas.microsoft.com/office/drawing/2014/main" id="{35A11174-D635-8E72-1FCD-5A49F08DD1D5}"/>
                </a:ext>
              </a:extLst>
            </p:cNvPr>
            <p:cNvPicPr>
              <a:picLocks noChangeAspect="1"/>
            </p:cNvPicPr>
            <p:nvPr userDrawn="1"/>
          </p:nvPicPr>
          <p:blipFill>
            <a:blip r:embed="rId3">
              <a:duotone>
                <a:schemeClr val="accent2">
                  <a:shade val="45000"/>
                  <a:satMod val="135000"/>
                </a:schemeClr>
                <a:prstClr val="white"/>
              </a:duotone>
              <a:alphaModFix amt="4000"/>
            </a:blip>
            <a:stretch>
              <a:fillRect/>
            </a:stretch>
          </p:blipFill>
          <p:spPr>
            <a:xfrm>
              <a:off x="11133108" y="6328057"/>
              <a:ext cx="516669" cy="516669"/>
            </a:xfrm>
            <a:prstGeom prst="rect">
              <a:avLst/>
            </a:prstGeom>
          </p:spPr>
        </p:pic>
        <p:pic>
          <p:nvPicPr>
            <p:cNvPr id="30" name="Picture 29">
              <a:extLst>
                <a:ext uri="{FF2B5EF4-FFF2-40B4-BE49-F238E27FC236}">
                  <a16:creationId xmlns:a16="http://schemas.microsoft.com/office/drawing/2014/main" id="{6B4D4D6E-EACE-1318-EB2D-77C742D5A046}"/>
                </a:ext>
              </a:extLst>
            </p:cNvPr>
            <p:cNvPicPr>
              <a:picLocks noChangeAspect="1"/>
            </p:cNvPicPr>
            <p:nvPr userDrawn="1"/>
          </p:nvPicPr>
          <p:blipFill>
            <a:blip r:embed="rId4">
              <a:duotone>
                <a:schemeClr val="accent2">
                  <a:shade val="45000"/>
                  <a:satMod val="135000"/>
                </a:schemeClr>
                <a:prstClr val="white"/>
              </a:duotone>
              <a:alphaModFix amt="4000"/>
            </a:blip>
            <a:stretch>
              <a:fillRect/>
            </a:stretch>
          </p:blipFill>
          <p:spPr>
            <a:xfrm>
              <a:off x="11639705" y="6321445"/>
              <a:ext cx="516669" cy="492914"/>
            </a:xfrm>
            <a:prstGeom prst="rect">
              <a:avLst/>
            </a:prstGeom>
          </p:spPr>
        </p:pic>
      </p:grpSp>
      <p:sp>
        <p:nvSpPr>
          <p:cNvPr id="31" name="Slide Number Placeholder 5">
            <a:extLst>
              <a:ext uri="{FF2B5EF4-FFF2-40B4-BE49-F238E27FC236}">
                <a16:creationId xmlns:a16="http://schemas.microsoft.com/office/drawing/2014/main" id="{B3FF9488-5F22-0F40-5897-13E9301169F0}"/>
              </a:ext>
            </a:extLst>
          </p:cNvPr>
          <p:cNvSpPr txBox="1">
            <a:spLocks/>
          </p:cNvSpPr>
          <p:nvPr userDrawn="1"/>
        </p:nvSpPr>
        <p:spPr>
          <a:xfrm>
            <a:off x="11427229" y="6593577"/>
            <a:ext cx="706750" cy="208165"/>
          </a:xfrm>
          <a:prstGeom prst="roundRect">
            <a:avLst>
              <a:gd name="adj" fmla="val 28315"/>
            </a:avLst>
          </a:prstGeom>
          <a:no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rPr>
              <a:t>Page </a:t>
            </a:r>
            <a:fld id="{75E4B451-CC86-4EF0-91A7-11D72806D2C5}" type="slidenum">
              <a:rPr kumimoji="0" lang="en-US" sz="900" b="1" i="0" u="none" strike="noStrike" kern="1200" cap="none" spc="0" normalizeH="0" baseline="0" noProof="0" smtClean="0">
                <a:ln>
                  <a:noFill/>
                </a:ln>
                <a:solidFill>
                  <a:srgbClr val="C00000"/>
                </a:solidFill>
                <a:effectLst/>
                <a:uLnTx/>
                <a:uFillTx/>
                <a:latin typeface="Work Sans" pitchFamily="2"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1" i="0" u="none" strike="noStrike" kern="1200" cap="none" spc="0" normalizeH="0" baseline="0" noProof="0">
              <a:ln>
                <a:noFill/>
              </a:ln>
              <a:solidFill>
                <a:srgbClr val="C00000"/>
              </a:solidFill>
              <a:effectLst/>
              <a:uLnTx/>
              <a:uFillTx/>
              <a:latin typeface="Work Sans" pitchFamily="2" charset="0"/>
              <a:ea typeface="+mn-ea"/>
              <a:cs typeface="Arial" panose="020B0604020202020204" pitchFamily="34" charset="0"/>
            </a:endParaRPr>
          </a:p>
        </p:txBody>
      </p:sp>
      <p:sp>
        <p:nvSpPr>
          <p:cNvPr id="32" name="TextBox 31">
            <a:extLst>
              <a:ext uri="{FF2B5EF4-FFF2-40B4-BE49-F238E27FC236}">
                <a16:creationId xmlns:a16="http://schemas.microsoft.com/office/drawing/2014/main" id="{3CBE0518-699E-148F-8A7C-519EB4F0789D}"/>
              </a:ext>
            </a:extLst>
          </p:cNvPr>
          <p:cNvSpPr txBox="1"/>
          <p:nvPr userDrawn="1"/>
        </p:nvSpPr>
        <p:spPr>
          <a:xfrm>
            <a:off x="37130" y="6586184"/>
            <a:ext cx="11332077" cy="221337"/>
          </a:xfrm>
          <a:prstGeom prst="roundRect">
            <a:avLst/>
          </a:prstGeom>
          <a:noFill/>
        </p:spPr>
        <p:txBody>
          <a:bodyPr wrap="square">
            <a:spAutoFit/>
          </a:bodyPr>
          <a:lstStyle/>
          <a:p>
            <a:pPr algn="just"/>
            <a:r>
              <a:rPr lang="pt-BR" sz="700" b="0" i="0">
                <a:solidFill>
                  <a:schemeClr val="bg1">
                    <a:lumMod val="50000"/>
                  </a:schemeClr>
                </a:solidFill>
                <a:effectLst/>
                <a:latin typeface="+mn-lt"/>
              </a:rPr>
              <a:t>© 2026 PT Triatra Sinergia Pratama </a:t>
            </a:r>
            <a:endParaRPr lang="en-ID" sz="700" b="0">
              <a:solidFill>
                <a:schemeClr val="bg1">
                  <a:lumMod val="50000"/>
                </a:schemeClr>
              </a:solidFill>
              <a:latin typeface="+mn-lt"/>
            </a:endParaRPr>
          </a:p>
        </p:txBody>
      </p:sp>
      <p:pic>
        <p:nvPicPr>
          <p:cNvPr id="2" name="Picture 1" descr="A logo with white text&#10;&#10;AI-generated content may be incorrect.">
            <a:extLst>
              <a:ext uri="{FF2B5EF4-FFF2-40B4-BE49-F238E27FC236}">
                <a16:creationId xmlns:a16="http://schemas.microsoft.com/office/drawing/2014/main" id="{DE0C6950-73CE-BA3D-D748-CEAC38B66BC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16049" y="200077"/>
            <a:ext cx="1337156" cy="508420"/>
          </a:xfrm>
          <a:prstGeom prst="rect">
            <a:avLst/>
          </a:prstGeom>
        </p:spPr>
      </p:pic>
      <p:cxnSp>
        <p:nvCxnSpPr>
          <p:cNvPr id="3" name="Straight Connector 2">
            <a:extLst>
              <a:ext uri="{FF2B5EF4-FFF2-40B4-BE49-F238E27FC236}">
                <a16:creationId xmlns:a16="http://schemas.microsoft.com/office/drawing/2014/main" id="{AB70E410-DBD2-EB6B-7153-7220C492BE71}"/>
              </a:ext>
            </a:extLst>
          </p:cNvPr>
          <p:cNvCxnSpPr>
            <a:cxnSpLocks/>
          </p:cNvCxnSpPr>
          <p:nvPr userDrawn="1"/>
        </p:nvCxnSpPr>
        <p:spPr>
          <a:xfrm>
            <a:off x="0" y="715954"/>
            <a:ext cx="10398067" cy="0"/>
          </a:xfrm>
          <a:prstGeom prst="line">
            <a:avLst/>
          </a:prstGeom>
          <a:ln w="9525">
            <a:solidFill>
              <a:srgbClr val="F2AA84"/>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1630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5FF2866-94E7-C1C8-4A38-C2FDCEED850B}"/>
              </a:ext>
            </a:extLst>
          </p:cNvPr>
          <p:cNvSpPr>
            <a:spLocks noGrp="1"/>
          </p:cNvSpPr>
          <p:nvPr>
            <p:ph type="dt" sz="half" idx="10"/>
          </p:nvPr>
        </p:nvSpPr>
        <p:spPr/>
        <p:txBody>
          <a:bodyPr/>
          <a:lstStyle/>
          <a:p>
            <a:fld id="{8E4C6D2F-9698-4AD1-AF61-FBB014564687}" type="datetimeFigureOut">
              <a:rPr lang="en-ID" smtClean="0"/>
              <a:t>13/10/2026</a:t>
            </a:fld>
            <a:endParaRPr lang="en-ID"/>
          </a:p>
        </p:txBody>
      </p:sp>
      <p:sp>
        <p:nvSpPr>
          <p:cNvPr id="5" name="Footer Placeholder 4">
            <a:extLst>
              <a:ext uri="{FF2B5EF4-FFF2-40B4-BE49-F238E27FC236}">
                <a16:creationId xmlns:a16="http://schemas.microsoft.com/office/drawing/2014/main" id="{5DF2C1CE-8E82-46B7-D534-3FC109F7B02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B969EF7-1241-FC4F-B5EA-256D849AE8C8}"/>
              </a:ext>
            </a:extLst>
          </p:cNvPr>
          <p:cNvSpPr>
            <a:spLocks noGrp="1"/>
          </p:cNvSpPr>
          <p:nvPr>
            <p:ph type="sldNum" sz="quarter" idx="12"/>
          </p:nvPr>
        </p:nvSpPr>
        <p:spPr/>
        <p:txBody>
          <a:bodyPr/>
          <a:lstStyle/>
          <a:p>
            <a:fld id="{BCCC4FA6-9004-4589-A030-2821D7950F2E}" type="slidenum">
              <a:rPr lang="en-ID" smtClean="0"/>
              <a:t>‹#›</a:t>
            </a:fld>
            <a:endParaRPr lang="en-ID"/>
          </a:p>
        </p:txBody>
      </p:sp>
      <p:grpSp>
        <p:nvGrpSpPr>
          <p:cNvPr id="94" name="Group 93">
            <a:extLst>
              <a:ext uri="{FF2B5EF4-FFF2-40B4-BE49-F238E27FC236}">
                <a16:creationId xmlns:a16="http://schemas.microsoft.com/office/drawing/2014/main" id="{B81EF408-9524-EA92-4ABA-1855C5400071}"/>
              </a:ext>
            </a:extLst>
          </p:cNvPr>
          <p:cNvGrpSpPr/>
          <p:nvPr userDrawn="1"/>
        </p:nvGrpSpPr>
        <p:grpSpPr>
          <a:xfrm>
            <a:off x="-101303" y="1234776"/>
            <a:ext cx="5428255" cy="2720516"/>
            <a:chOff x="6353023" y="2760785"/>
            <a:chExt cx="5525553" cy="2680965"/>
          </a:xfrm>
        </p:grpSpPr>
        <p:pic>
          <p:nvPicPr>
            <p:cNvPr id="95" name="Picture 94">
              <a:extLst>
                <a:ext uri="{FF2B5EF4-FFF2-40B4-BE49-F238E27FC236}">
                  <a16:creationId xmlns:a16="http://schemas.microsoft.com/office/drawing/2014/main" id="{CB98439B-AFB6-72AE-4AFB-BCAA447B987F}"/>
                </a:ext>
              </a:extLst>
            </p:cNvPr>
            <p:cNvPicPr>
              <a:picLocks noChangeAspect="1"/>
            </p:cNvPicPr>
            <p:nvPr userDrawn="1"/>
          </p:nvPicPr>
          <p:blipFill>
            <a:blip r:embed="rId2">
              <a:alphaModFix amt="10000"/>
            </a:blip>
            <a:srcRect l="5856" t="-37" r="5400" b="645"/>
            <a:stretch/>
          </p:blipFill>
          <p:spPr>
            <a:xfrm>
              <a:off x="7991354" y="2803120"/>
              <a:ext cx="668215" cy="748400"/>
            </a:xfrm>
            <a:prstGeom prst="rect">
              <a:avLst/>
            </a:prstGeom>
          </p:spPr>
        </p:pic>
        <p:pic>
          <p:nvPicPr>
            <p:cNvPr id="96" name="Picture 95">
              <a:extLst>
                <a:ext uri="{FF2B5EF4-FFF2-40B4-BE49-F238E27FC236}">
                  <a16:creationId xmlns:a16="http://schemas.microsoft.com/office/drawing/2014/main" id="{9026D880-4FF1-9BF8-47D6-EDA06EE930B4}"/>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7313631" y="2844994"/>
              <a:ext cx="668215" cy="668215"/>
            </a:xfrm>
            <a:prstGeom prst="rect">
              <a:avLst/>
            </a:prstGeom>
          </p:spPr>
        </p:pic>
        <p:pic>
          <p:nvPicPr>
            <p:cNvPr id="97" name="Picture 96">
              <a:extLst>
                <a:ext uri="{FF2B5EF4-FFF2-40B4-BE49-F238E27FC236}">
                  <a16:creationId xmlns:a16="http://schemas.microsoft.com/office/drawing/2014/main" id="{9BB60A44-9B2A-C870-83C2-94EA891C25F2}"/>
                </a:ext>
              </a:extLst>
            </p:cNvPr>
            <p:cNvPicPr>
              <a:picLocks noChangeAspect="1"/>
            </p:cNvPicPr>
            <p:nvPr userDrawn="1"/>
          </p:nvPicPr>
          <p:blipFill>
            <a:blip r:embed="rId4">
              <a:alphaModFix amt="2000"/>
            </a:blip>
            <a:stretch>
              <a:fillRect/>
            </a:stretch>
          </p:blipFill>
          <p:spPr>
            <a:xfrm>
              <a:off x="8001543" y="4184148"/>
              <a:ext cx="695378" cy="668215"/>
            </a:xfrm>
            <a:prstGeom prst="rect">
              <a:avLst/>
            </a:prstGeom>
          </p:spPr>
        </p:pic>
        <p:pic>
          <p:nvPicPr>
            <p:cNvPr id="98" name="Picture 97">
              <a:extLst>
                <a:ext uri="{FF2B5EF4-FFF2-40B4-BE49-F238E27FC236}">
                  <a16:creationId xmlns:a16="http://schemas.microsoft.com/office/drawing/2014/main" id="{BC92BF89-F84A-89FF-78F0-A1805447AE07}"/>
                </a:ext>
              </a:extLst>
            </p:cNvPr>
            <p:cNvPicPr>
              <a:picLocks noChangeAspect="1"/>
            </p:cNvPicPr>
            <p:nvPr userDrawn="1"/>
          </p:nvPicPr>
          <p:blipFill>
            <a:blip r:embed="rId3">
              <a:alphaModFix amt="10000"/>
              <a:extLst>
                <a:ext uri="{28A0092B-C50C-407E-A947-70E740481C1C}">
                  <a14:useLocalDpi xmlns:a14="http://schemas.microsoft.com/office/drawing/2010/main" val="0"/>
                </a:ext>
              </a:extLst>
            </a:blip>
            <a:srcRect/>
            <a:stretch/>
          </p:blipFill>
          <p:spPr>
            <a:xfrm flipH="1">
              <a:off x="8011732" y="3515933"/>
              <a:ext cx="668215" cy="668215"/>
            </a:xfrm>
            <a:prstGeom prst="rect">
              <a:avLst/>
            </a:prstGeom>
          </p:spPr>
        </p:pic>
        <p:pic>
          <p:nvPicPr>
            <p:cNvPr id="99" name="Picture 98">
              <a:extLst>
                <a:ext uri="{FF2B5EF4-FFF2-40B4-BE49-F238E27FC236}">
                  <a16:creationId xmlns:a16="http://schemas.microsoft.com/office/drawing/2014/main" id="{847C9783-C22B-FAF2-1A03-1907C0C48E68}"/>
                </a:ext>
              </a:extLst>
            </p:cNvPr>
            <p:cNvPicPr>
              <a:picLocks noChangeAspect="1"/>
            </p:cNvPicPr>
            <p:nvPr userDrawn="1"/>
          </p:nvPicPr>
          <p:blipFill>
            <a:blip r:embed="rId2">
              <a:alphaModFix amt="2000"/>
            </a:blip>
            <a:srcRect l="5856" t="-37" r="5400" b="645"/>
            <a:stretch/>
          </p:blipFill>
          <p:spPr>
            <a:xfrm>
              <a:off x="7316354" y="4190896"/>
              <a:ext cx="668215" cy="748400"/>
            </a:xfrm>
            <a:prstGeom prst="rect">
              <a:avLst/>
            </a:prstGeom>
          </p:spPr>
        </p:pic>
        <p:pic>
          <p:nvPicPr>
            <p:cNvPr id="100" name="Picture 99">
              <a:extLst>
                <a:ext uri="{FF2B5EF4-FFF2-40B4-BE49-F238E27FC236}">
                  <a16:creationId xmlns:a16="http://schemas.microsoft.com/office/drawing/2014/main" id="{29994748-A5A0-1D8F-40FE-F426DB039CDF}"/>
                </a:ext>
              </a:extLst>
            </p:cNvPr>
            <p:cNvPicPr>
              <a:picLocks noChangeAspect="1"/>
            </p:cNvPicPr>
            <p:nvPr userDrawn="1"/>
          </p:nvPicPr>
          <p:blipFill>
            <a:blip r:embed="rId4">
              <a:alphaModFix amt="10000"/>
            </a:blip>
            <a:stretch>
              <a:fillRect/>
            </a:stretch>
          </p:blipFill>
          <p:spPr>
            <a:xfrm>
              <a:off x="7316354" y="3522681"/>
              <a:ext cx="695378" cy="668215"/>
            </a:xfrm>
            <a:prstGeom prst="rect">
              <a:avLst/>
            </a:prstGeom>
          </p:spPr>
        </p:pic>
        <p:pic>
          <p:nvPicPr>
            <p:cNvPr id="101" name="Picture 100">
              <a:extLst>
                <a:ext uri="{FF2B5EF4-FFF2-40B4-BE49-F238E27FC236}">
                  <a16:creationId xmlns:a16="http://schemas.microsoft.com/office/drawing/2014/main" id="{1D5B6BF9-28CC-A342-FD3F-0E9A9266D412}"/>
                </a:ext>
              </a:extLst>
            </p:cNvPr>
            <p:cNvPicPr>
              <a:picLocks noChangeAspect="1"/>
            </p:cNvPicPr>
            <p:nvPr userDrawn="1"/>
          </p:nvPicPr>
          <p:blipFill>
            <a:blip r:embed="rId4">
              <a:alphaModFix amt="2000"/>
            </a:blip>
            <a:stretch>
              <a:fillRect/>
            </a:stretch>
          </p:blipFill>
          <p:spPr>
            <a:xfrm>
              <a:off x="9827071" y="3429000"/>
              <a:ext cx="695378" cy="668215"/>
            </a:xfrm>
            <a:prstGeom prst="rect">
              <a:avLst/>
            </a:prstGeom>
          </p:spPr>
        </p:pic>
        <p:pic>
          <p:nvPicPr>
            <p:cNvPr id="102" name="Picture 101">
              <a:extLst>
                <a:ext uri="{FF2B5EF4-FFF2-40B4-BE49-F238E27FC236}">
                  <a16:creationId xmlns:a16="http://schemas.microsoft.com/office/drawing/2014/main" id="{268E5A07-E00F-A5A2-7F8F-C5BCEAB0F2DF}"/>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9837260" y="2760785"/>
              <a:ext cx="668215" cy="668215"/>
            </a:xfrm>
            <a:prstGeom prst="rect">
              <a:avLst/>
            </a:prstGeom>
          </p:spPr>
        </p:pic>
        <p:pic>
          <p:nvPicPr>
            <p:cNvPr id="103" name="Picture 102">
              <a:extLst>
                <a:ext uri="{FF2B5EF4-FFF2-40B4-BE49-F238E27FC236}">
                  <a16:creationId xmlns:a16="http://schemas.microsoft.com/office/drawing/2014/main" id="{B10595C1-601F-C331-1CA0-59CB93FCD033}"/>
                </a:ext>
              </a:extLst>
            </p:cNvPr>
            <p:cNvPicPr>
              <a:picLocks noChangeAspect="1"/>
            </p:cNvPicPr>
            <p:nvPr userDrawn="1"/>
          </p:nvPicPr>
          <p:blipFill>
            <a:blip r:embed="rId2">
              <a:alphaModFix amt="2000"/>
            </a:blip>
            <a:srcRect l="5856" t="-37" r="5400" b="645"/>
            <a:stretch/>
          </p:blipFill>
          <p:spPr>
            <a:xfrm>
              <a:off x="9149296" y="3435748"/>
              <a:ext cx="668215" cy="748400"/>
            </a:xfrm>
            <a:prstGeom prst="rect">
              <a:avLst/>
            </a:prstGeom>
          </p:spPr>
        </p:pic>
        <p:pic>
          <p:nvPicPr>
            <p:cNvPr id="104" name="Picture 103">
              <a:extLst>
                <a:ext uri="{FF2B5EF4-FFF2-40B4-BE49-F238E27FC236}">
                  <a16:creationId xmlns:a16="http://schemas.microsoft.com/office/drawing/2014/main" id="{033270AF-8BBD-E6C3-2833-E7E707671901}"/>
                </a:ext>
              </a:extLst>
            </p:cNvPr>
            <p:cNvPicPr>
              <a:picLocks noChangeAspect="1"/>
            </p:cNvPicPr>
            <p:nvPr userDrawn="1"/>
          </p:nvPicPr>
          <p:blipFill>
            <a:blip r:embed="rId4">
              <a:alphaModFix amt="2000"/>
            </a:blip>
            <a:stretch>
              <a:fillRect/>
            </a:stretch>
          </p:blipFill>
          <p:spPr>
            <a:xfrm>
              <a:off x="9149296" y="2767533"/>
              <a:ext cx="695378" cy="668215"/>
            </a:xfrm>
            <a:prstGeom prst="rect">
              <a:avLst/>
            </a:prstGeom>
          </p:spPr>
        </p:pic>
        <p:pic>
          <p:nvPicPr>
            <p:cNvPr id="105" name="Picture 104">
              <a:extLst>
                <a:ext uri="{FF2B5EF4-FFF2-40B4-BE49-F238E27FC236}">
                  <a16:creationId xmlns:a16="http://schemas.microsoft.com/office/drawing/2014/main" id="{A4E5D12B-D144-8466-9EDE-793E412BA456}"/>
                </a:ext>
              </a:extLst>
            </p:cNvPr>
            <p:cNvPicPr>
              <a:picLocks noChangeAspect="1"/>
            </p:cNvPicPr>
            <p:nvPr userDrawn="1"/>
          </p:nvPicPr>
          <p:blipFill>
            <a:blip r:embed="rId2">
              <a:alphaModFix amt="2000"/>
            </a:blip>
            <a:srcRect l="5856" t="-37" r="5400" b="645"/>
            <a:stretch/>
          </p:blipFill>
          <p:spPr>
            <a:xfrm>
              <a:off x="11189983" y="4053974"/>
              <a:ext cx="668215" cy="748400"/>
            </a:xfrm>
            <a:prstGeom prst="rect">
              <a:avLst/>
            </a:prstGeom>
          </p:spPr>
        </p:pic>
        <p:pic>
          <p:nvPicPr>
            <p:cNvPr id="106" name="Picture 105">
              <a:extLst>
                <a:ext uri="{FF2B5EF4-FFF2-40B4-BE49-F238E27FC236}">
                  <a16:creationId xmlns:a16="http://schemas.microsoft.com/office/drawing/2014/main" id="{01F7955B-D339-981F-C619-D6FAD6D4FFC9}"/>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10512260" y="4095848"/>
              <a:ext cx="668215" cy="668215"/>
            </a:xfrm>
            <a:prstGeom prst="rect">
              <a:avLst/>
            </a:prstGeom>
          </p:spPr>
        </p:pic>
        <p:pic>
          <p:nvPicPr>
            <p:cNvPr id="107" name="Picture 106">
              <a:extLst>
                <a:ext uri="{FF2B5EF4-FFF2-40B4-BE49-F238E27FC236}">
                  <a16:creationId xmlns:a16="http://schemas.microsoft.com/office/drawing/2014/main" id="{0498A9C9-8637-59F1-D4A4-990098E03DAB}"/>
                </a:ext>
              </a:extLst>
            </p:cNvPr>
            <p:cNvPicPr>
              <a:picLocks noChangeAspect="1"/>
            </p:cNvPicPr>
            <p:nvPr userDrawn="1"/>
          </p:nvPicPr>
          <p:blipFill>
            <a:blip r:embed="rId2">
              <a:alphaModFix amt="2000"/>
            </a:blip>
            <a:srcRect l="5856" t="-37" r="5400" b="645"/>
            <a:stretch/>
          </p:blipFill>
          <p:spPr>
            <a:xfrm>
              <a:off x="9807322" y="4053974"/>
              <a:ext cx="668215" cy="748400"/>
            </a:xfrm>
            <a:prstGeom prst="rect">
              <a:avLst/>
            </a:prstGeom>
          </p:spPr>
        </p:pic>
        <p:pic>
          <p:nvPicPr>
            <p:cNvPr id="108" name="Picture 107">
              <a:extLst>
                <a:ext uri="{FF2B5EF4-FFF2-40B4-BE49-F238E27FC236}">
                  <a16:creationId xmlns:a16="http://schemas.microsoft.com/office/drawing/2014/main" id="{E513C1B7-2574-4666-F0E7-593C9E596B95}"/>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9146573" y="4095848"/>
              <a:ext cx="668215" cy="668215"/>
            </a:xfrm>
            <a:prstGeom prst="rect">
              <a:avLst/>
            </a:prstGeom>
          </p:spPr>
        </p:pic>
        <p:pic>
          <p:nvPicPr>
            <p:cNvPr id="109" name="Picture 108">
              <a:extLst>
                <a:ext uri="{FF2B5EF4-FFF2-40B4-BE49-F238E27FC236}">
                  <a16:creationId xmlns:a16="http://schemas.microsoft.com/office/drawing/2014/main" id="{01E0D101-E1BF-CED6-8F67-793A6E04FDD8}"/>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11210361" y="4766787"/>
              <a:ext cx="668215" cy="668215"/>
            </a:xfrm>
            <a:prstGeom prst="rect">
              <a:avLst/>
            </a:prstGeom>
          </p:spPr>
        </p:pic>
        <p:pic>
          <p:nvPicPr>
            <p:cNvPr id="110" name="Picture 109">
              <a:extLst>
                <a:ext uri="{FF2B5EF4-FFF2-40B4-BE49-F238E27FC236}">
                  <a16:creationId xmlns:a16="http://schemas.microsoft.com/office/drawing/2014/main" id="{8DA6C2D6-2D65-AF92-788E-EDF467B2822B}"/>
                </a:ext>
              </a:extLst>
            </p:cNvPr>
            <p:cNvPicPr>
              <a:picLocks noChangeAspect="1"/>
            </p:cNvPicPr>
            <p:nvPr userDrawn="1"/>
          </p:nvPicPr>
          <p:blipFill>
            <a:blip r:embed="rId4">
              <a:alphaModFix amt="2000"/>
            </a:blip>
            <a:stretch>
              <a:fillRect/>
            </a:stretch>
          </p:blipFill>
          <p:spPr>
            <a:xfrm>
              <a:off x="10514983" y="4773535"/>
              <a:ext cx="695378" cy="668215"/>
            </a:xfrm>
            <a:prstGeom prst="rect">
              <a:avLst/>
            </a:prstGeom>
          </p:spPr>
        </p:pic>
        <p:pic>
          <p:nvPicPr>
            <p:cNvPr id="111" name="Picture 110">
              <a:extLst>
                <a:ext uri="{FF2B5EF4-FFF2-40B4-BE49-F238E27FC236}">
                  <a16:creationId xmlns:a16="http://schemas.microsoft.com/office/drawing/2014/main" id="{F145BE39-80CC-36B8-488E-9778F93BB816}"/>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9837260" y="4766787"/>
              <a:ext cx="668215" cy="668215"/>
            </a:xfrm>
            <a:prstGeom prst="rect">
              <a:avLst/>
            </a:prstGeom>
          </p:spPr>
        </p:pic>
        <p:pic>
          <p:nvPicPr>
            <p:cNvPr id="112" name="Picture 111">
              <a:extLst>
                <a:ext uri="{FF2B5EF4-FFF2-40B4-BE49-F238E27FC236}">
                  <a16:creationId xmlns:a16="http://schemas.microsoft.com/office/drawing/2014/main" id="{83152A0C-3C82-DFDD-0C7B-BA0C0FE52827}"/>
                </a:ext>
              </a:extLst>
            </p:cNvPr>
            <p:cNvPicPr>
              <a:picLocks noChangeAspect="1"/>
            </p:cNvPicPr>
            <p:nvPr userDrawn="1"/>
          </p:nvPicPr>
          <p:blipFill>
            <a:blip r:embed="rId4">
              <a:alphaModFix amt="2000"/>
            </a:blip>
            <a:stretch>
              <a:fillRect/>
            </a:stretch>
          </p:blipFill>
          <p:spPr>
            <a:xfrm>
              <a:off x="9149296" y="4773535"/>
              <a:ext cx="695378" cy="668215"/>
            </a:xfrm>
            <a:prstGeom prst="rect">
              <a:avLst/>
            </a:prstGeom>
          </p:spPr>
        </p:pic>
        <p:pic>
          <p:nvPicPr>
            <p:cNvPr id="113" name="Picture 112">
              <a:extLst>
                <a:ext uri="{FF2B5EF4-FFF2-40B4-BE49-F238E27FC236}">
                  <a16:creationId xmlns:a16="http://schemas.microsoft.com/office/drawing/2014/main" id="{752F0A06-B528-94C6-978A-66073429690D}"/>
                </a:ext>
              </a:extLst>
            </p:cNvPr>
            <p:cNvPicPr>
              <a:picLocks noChangeAspect="1"/>
            </p:cNvPicPr>
            <p:nvPr userDrawn="1"/>
          </p:nvPicPr>
          <p:blipFill>
            <a:blip r:embed="rId2">
              <a:alphaModFix amt="2000"/>
            </a:blip>
            <a:srcRect l="5856" t="-37" r="5400" b="645"/>
            <a:stretch/>
          </p:blipFill>
          <p:spPr>
            <a:xfrm>
              <a:off x="8396433" y="4032159"/>
              <a:ext cx="668215" cy="748400"/>
            </a:xfrm>
            <a:prstGeom prst="rect">
              <a:avLst/>
            </a:prstGeom>
          </p:spPr>
        </p:pic>
        <p:pic>
          <p:nvPicPr>
            <p:cNvPr id="114" name="Picture 113">
              <a:extLst>
                <a:ext uri="{FF2B5EF4-FFF2-40B4-BE49-F238E27FC236}">
                  <a16:creationId xmlns:a16="http://schemas.microsoft.com/office/drawing/2014/main" id="{8B0C8A5B-53C9-34AA-B465-4D914513533B}"/>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7718710" y="4074033"/>
              <a:ext cx="668215" cy="668215"/>
            </a:xfrm>
            <a:prstGeom prst="rect">
              <a:avLst/>
            </a:prstGeom>
          </p:spPr>
        </p:pic>
        <p:pic>
          <p:nvPicPr>
            <p:cNvPr id="115" name="Picture 114">
              <a:extLst>
                <a:ext uri="{FF2B5EF4-FFF2-40B4-BE49-F238E27FC236}">
                  <a16:creationId xmlns:a16="http://schemas.microsoft.com/office/drawing/2014/main" id="{3F03C63F-8A14-29B1-B437-BE1DD7AEB8E5}"/>
                </a:ext>
              </a:extLst>
            </p:cNvPr>
            <p:cNvPicPr>
              <a:picLocks noChangeAspect="1"/>
            </p:cNvPicPr>
            <p:nvPr userDrawn="1"/>
          </p:nvPicPr>
          <p:blipFill>
            <a:blip r:embed="rId2">
              <a:alphaModFix amt="2000"/>
            </a:blip>
            <a:srcRect l="5856" t="-37" r="5400" b="645"/>
            <a:stretch/>
          </p:blipFill>
          <p:spPr>
            <a:xfrm>
              <a:off x="7013772" y="4032159"/>
              <a:ext cx="668215" cy="748400"/>
            </a:xfrm>
            <a:prstGeom prst="rect">
              <a:avLst/>
            </a:prstGeom>
          </p:spPr>
        </p:pic>
        <p:pic>
          <p:nvPicPr>
            <p:cNvPr id="116" name="Picture 115">
              <a:extLst>
                <a:ext uri="{FF2B5EF4-FFF2-40B4-BE49-F238E27FC236}">
                  <a16:creationId xmlns:a16="http://schemas.microsoft.com/office/drawing/2014/main" id="{2099E0A1-6073-033C-938B-7A3CD2E246F1}"/>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6353023" y="4074033"/>
              <a:ext cx="668215" cy="668215"/>
            </a:xfrm>
            <a:prstGeom prst="rect">
              <a:avLst/>
            </a:prstGeom>
          </p:spPr>
        </p:pic>
        <p:pic>
          <p:nvPicPr>
            <p:cNvPr id="117" name="Picture 116">
              <a:extLst>
                <a:ext uri="{FF2B5EF4-FFF2-40B4-BE49-F238E27FC236}">
                  <a16:creationId xmlns:a16="http://schemas.microsoft.com/office/drawing/2014/main" id="{0DE37399-9FFA-AA49-D63B-98941D1DEB8C}"/>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8416811" y="4744972"/>
              <a:ext cx="668215" cy="668215"/>
            </a:xfrm>
            <a:prstGeom prst="rect">
              <a:avLst/>
            </a:prstGeom>
          </p:spPr>
        </p:pic>
        <p:pic>
          <p:nvPicPr>
            <p:cNvPr id="118" name="Picture 117">
              <a:extLst>
                <a:ext uri="{FF2B5EF4-FFF2-40B4-BE49-F238E27FC236}">
                  <a16:creationId xmlns:a16="http://schemas.microsoft.com/office/drawing/2014/main" id="{BF956FBE-2D36-1B24-DB07-81627F92BAF6}"/>
                </a:ext>
              </a:extLst>
            </p:cNvPr>
            <p:cNvPicPr>
              <a:picLocks noChangeAspect="1"/>
            </p:cNvPicPr>
            <p:nvPr userDrawn="1"/>
          </p:nvPicPr>
          <p:blipFill>
            <a:blip r:embed="rId4">
              <a:alphaModFix amt="2000"/>
            </a:blip>
            <a:stretch>
              <a:fillRect/>
            </a:stretch>
          </p:blipFill>
          <p:spPr>
            <a:xfrm>
              <a:off x="7721433" y="4751720"/>
              <a:ext cx="695378" cy="668215"/>
            </a:xfrm>
            <a:prstGeom prst="rect">
              <a:avLst/>
            </a:prstGeom>
          </p:spPr>
        </p:pic>
        <p:pic>
          <p:nvPicPr>
            <p:cNvPr id="119" name="Picture 118">
              <a:extLst>
                <a:ext uri="{FF2B5EF4-FFF2-40B4-BE49-F238E27FC236}">
                  <a16:creationId xmlns:a16="http://schemas.microsoft.com/office/drawing/2014/main" id="{BBD0FE61-71C1-CC0F-517B-61CF9333CD83}"/>
                </a:ext>
              </a:extLst>
            </p:cNvPr>
            <p:cNvPicPr>
              <a:picLocks noChangeAspect="1"/>
            </p:cNvPicPr>
            <p:nvPr userDrawn="1"/>
          </p:nvPicPr>
          <p:blipFill>
            <a:blip r:embed="rId3">
              <a:alphaModFix amt="2000"/>
              <a:extLst>
                <a:ext uri="{28A0092B-C50C-407E-A947-70E740481C1C}">
                  <a14:useLocalDpi xmlns:a14="http://schemas.microsoft.com/office/drawing/2010/main" val="0"/>
                </a:ext>
              </a:extLst>
            </a:blip>
            <a:srcRect/>
            <a:stretch/>
          </p:blipFill>
          <p:spPr>
            <a:xfrm flipH="1">
              <a:off x="7043710" y="4744972"/>
              <a:ext cx="668215" cy="668215"/>
            </a:xfrm>
            <a:prstGeom prst="rect">
              <a:avLst/>
            </a:prstGeom>
          </p:spPr>
        </p:pic>
        <p:pic>
          <p:nvPicPr>
            <p:cNvPr id="120" name="Picture 119">
              <a:extLst>
                <a:ext uri="{FF2B5EF4-FFF2-40B4-BE49-F238E27FC236}">
                  <a16:creationId xmlns:a16="http://schemas.microsoft.com/office/drawing/2014/main" id="{6FD4CFEE-0105-FD05-ADBF-4270F548C9B5}"/>
                </a:ext>
              </a:extLst>
            </p:cNvPr>
            <p:cNvPicPr>
              <a:picLocks noChangeAspect="1"/>
            </p:cNvPicPr>
            <p:nvPr userDrawn="1"/>
          </p:nvPicPr>
          <p:blipFill>
            <a:blip r:embed="rId4">
              <a:alphaModFix amt="2000"/>
            </a:blip>
            <a:stretch>
              <a:fillRect/>
            </a:stretch>
          </p:blipFill>
          <p:spPr>
            <a:xfrm>
              <a:off x="6355746" y="4751720"/>
              <a:ext cx="695378" cy="668215"/>
            </a:xfrm>
            <a:prstGeom prst="rect">
              <a:avLst/>
            </a:prstGeom>
          </p:spPr>
        </p:pic>
      </p:grpSp>
      <p:sp>
        <p:nvSpPr>
          <p:cNvPr id="3" name="Shape 1">
            <a:extLst>
              <a:ext uri="{FF2B5EF4-FFF2-40B4-BE49-F238E27FC236}">
                <a16:creationId xmlns:a16="http://schemas.microsoft.com/office/drawing/2014/main" id="{7F6B0B12-CA9E-A1D0-BC31-88914F5E10F4}"/>
              </a:ext>
            </a:extLst>
          </p:cNvPr>
          <p:cNvSpPr/>
          <p:nvPr userDrawn="1"/>
        </p:nvSpPr>
        <p:spPr>
          <a:xfrm>
            <a:off x="5535912" y="-10087"/>
            <a:ext cx="45719" cy="6878173"/>
          </a:xfrm>
          <a:prstGeom prst="rect">
            <a:avLst/>
          </a:prstGeom>
          <a:solidFill>
            <a:srgbClr val="80350E"/>
          </a:solidFill>
          <a:ln w="12700">
            <a:noFill/>
            <a:prstDash val="solid"/>
          </a:ln>
        </p:spPr>
        <p:txBody>
          <a:bodyPr/>
          <a:lstStyle/>
          <a:p>
            <a:endParaRPr lang="en-US"/>
          </a:p>
        </p:txBody>
      </p:sp>
      <p:pic>
        <p:nvPicPr>
          <p:cNvPr id="7" name="Picture 6">
            <a:extLst>
              <a:ext uri="{FF2B5EF4-FFF2-40B4-BE49-F238E27FC236}">
                <a16:creationId xmlns:a16="http://schemas.microsoft.com/office/drawing/2014/main" id="{F4C37229-EEE4-727A-A46E-A982D348F752}"/>
              </a:ext>
            </a:extLst>
          </p:cNvPr>
          <p:cNvPicPr>
            <a:picLocks noChangeAspect="1"/>
          </p:cNvPicPr>
          <p:nvPr userDrawn="1"/>
        </p:nvPicPr>
        <p:blipFill>
          <a:blip r:embed="rId5">
            <a:extLst>
              <a:ext uri="{28A0092B-C50C-407E-A947-70E740481C1C}">
                <a14:useLocalDpi xmlns:a14="http://schemas.microsoft.com/office/drawing/2010/main" val="0"/>
              </a:ext>
            </a:extLst>
          </a:blip>
          <a:srcRect l="353" r="353"/>
          <a:stretch/>
        </p:blipFill>
        <p:spPr>
          <a:xfrm>
            <a:off x="5581631" y="-10087"/>
            <a:ext cx="6665233" cy="6878173"/>
          </a:xfrm>
          <a:prstGeom prst="rect">
            <a:avLst/>
          </a:prstGeom>
        </p:spPr>
      </p:pic>
      <p:sp>
        <p:nvSpPr>
          <p:cNvPr id="8" name="Shape 0">
            <a:extLst>
              <a:ext uri="{FF2B5EF4-FFF2-40B4-BE49-F238E27FC236}">
                <a16:creationId xmlns:a16="http://schemas.microsoft.com/office/drawing/2014/main" id="{B7F5C4BA-0841-94C6-8D01-1FB68B3C2F35}"/>
              </a:ext>
            </a:extLst>
          </p:cNvPr>
          <p:cNvSpPr/>
          <p:nvPr userDrawn="1"/>
        </p:nvSpPr>
        <p:spPr>
          <a:xfrm>
            <a:off x="5582203" y="-1"/>
            <a:ext cx="6665233" cy="6858000"/>
          </a:xfrm>
          <a:prstGeom prst="rect">
            <a:avLst/>
          </a:prstGeom>
          <a:solidFill>
            <a:schemeClr val="accent2">
              <a:alpha val="73000"/>
            </a:schemeClr>
          </a:solidFill>
          <a:ln w="12700">
            <a:noFill/>
            <a:prstDash val="solid"/>
          </a:ln>
        </p:spPr>
        <p:txBody>
          <a:bodyPr/>
          <a:lstStyle/>
          <a:p>
            <a:endParaRPr lang="en-US" dirty="0"/>
          </a:p>
        </p:txBody>
      </p:sp>
    </p:spTree>
    <p:extLst>
      <p:ext uri="{BB962C8B-B14F-4D97-AF65-F5344CB8AC3E}">
        <p14:creationId xmlns:p14="http://schemas.microsoft.com/office/powerpoint/2010/main" val="3103001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5FF2866-94E7-C1C8-4A38-C2FDCEED850B}"/>
              </a:ext>
            </a:extLst>
          </p:cNvPr>
          <p:cNvSpPr>
            <a:spLocks noGrp="1"/>
          </p:cNvSpPr>
          <p:nvPr>
            <p:ph type="dt" sz="half" idx="10"/>
          </p:nvPr>
        </p:nvSpPr>
        <p:spPr/>
        <p:txBody>
          <a:bodyPr/>
          <a:lstStyle/>
          <a:p>
            <a:fld id="{8E4C6D2F-9698-4AD1-AF61-FBB014564687}" type="datetimeFigureOut">
              <a:rPr lang="en-ID" smtClean="0"/>
              <a:t>13/10/2026</a:t>
            </a:fld>
            <a:endParaRPr lang="en-ID"/>
          </a:p>
        </p:txBody>
      </p:sp>
      <p:sp>
        <p:nvSpPr>
          <p:cNvPr id="5" name="Footer Placeholder 4">
            <a:extLst>
              <a:ext uri="{FF2B5EF4-FFF2-40B4-BE49-F238E27FC236}">
                <a16:creationId xmlns:a16="http://schemas.microsoft.com/office/drawing/2014/main" id="{5DF2C1CE-8E82-46B7-D534-3FC109F7B026}"/>
              </a:ext>
            </a:extLst>
          </p:cNvPr>
          <p:cNvSpPr>
            <a:spLocks noGrp="1"/>
          </p:cNvSpPr>
          <p:nvPr>
            <p:ph type="ftr" sz="quarter" idx="11"/>
          </p:nvPr>
        </p:nvSpPr>
        <p:spPr/>
        <p:txBody>
          <a:bodyPr/>
          <a:lstStyle/>
          <a:p>
            <a:endParaRPr lang="en-ID"/>
          </a:p>
        </p:txBody>
      </p:sp>
      <p:pic>
        <p:nvPicPr>
          <p:cNvPr id="9" name="Picture 8">
            <a:extLst>
              <a:ext uri="{FF2B5EF4-FFF2-40B4-BE49-F238E27FC236}">
                <a16:creationId xmlns:a16="http://schemas.microsoft.com/office/drawing/2014/main" id="{D4842748-918B-C561-5F21-0712AD1B92F4}"/>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rcRect/>
          <a:stretch/>
        </p:blipFill>
        <p:spPr>
          <a:xfrm>
            <a:off x="0" y="1"/>
            <a:ext cx="12192000" cy="6858000"/>
          </a:xfrm>
          <a:prstGeom prst="rect">
            <a:avLst/>
          </a:prstGeom>
          <a:solidFill>
            <a:srgbClr val="E55200">
              <a:alpha val="50000"/>
            </a:srgbClr>
          </a:solidFill>
        </p:spPr>
      </p:pic>
      <p:pic>
        <p:nvPicPr>
          <p:cNvPr id="3" name="Google Shape;74;p15" title="SLIDE PRESENTATION.jpg">
            <a:extLst>
              <a:ext uri="{FF2B5EF4-FFF2-40B4-BE49-F238E27FC236}">
                <a16:creationId xmlns:a16="http://schemas.microsoft.com/office/drawing/2014/main" id="{6B3917FB-146A-4BE3-4EFA-E7E0A7361396}"/>
              </a:ext>
            </a:extLst>
          </p:cNvPr>
          <p:cNvPicPr preferRelativeResize="0"/>
          <p:nvPr userDrawn="1"/>
        </p:nvPicPr>
        <p:blipFill rotWithShape="1">
          <a:blip r:embed="rId3">
            <a:alphaModFix/>
          </a:blip>
          <a:srcRect r="40937"/>
          <a:stretch>
            <a:fillRect/>
          </a:stretch>
        </p:blipFill>
        <p:spPr>
          <a:xfrm>
            <a:off x="0" y="0"/>
            <a:ext cx="6721450" cy="6851252"/>
          </a:xfrm>
          <a:prstGeom prst="rect">
            <a:avLst/>
          </a:prstGeom>
          <a:noFill/>
          <a:ln>
            <a:noFill/>
          </a:ln>
        </p:spPr>
      </p:pic>
      <p:pic>
        <p:nvPicPr>
          <p:cNvPr id="7" name="Google Shape;74;p15" title="SLIDE PRESENTATION.jpg">
            <a:extLst>
              <a:ext uri="{FF2B5EF4-FFF2-40B4-BE49-F238E27FC236}">
                <a16:creationId xmlns:a16="http://schemas.microsoft.com/office/drawing/2014/main" id="{16BF28E8-C1B5-29FB-A6F2-4CDCA0816038}"/>
              </a:ext>
            </a:extLst>
          </p:cNvPr>
          <p:cNvPicPr preferRelativeResize="0"/>
          <p:nvPr userDrawn="1"/>
        </p:nvPicPr>
        <p:blipFill rotWithShape="1">
          <a:blip r:embed="rId3">
            <a:alphaModFix amt="60000"/>
          </a:blip>
          <a:srcRect r="40937"/>
          <a:stretch>
            <a:fillRect/>
          </a:stretch>
        </p:blipFill>
        <p:spPr>
          <a:xfrm>
            <a:off x="5093003" y="6748"/>
            <a:ext cx="7098997" cy="6851252"/>
          </a:xfrm>
          <a:prstGeom prst="rect">
            <a:avLst/>
          </a:prstGeom>
          <a:noFill/>
          <a:ln>
            <a:noFill/>
          </a:ln>
        </p:spPr>
      </p:pic>
      <p:grpSp>
        <p:nvGrpSpPr>
          <p:cNvPr id="22" name="Group 21">
            <a:extLst>
              <a:ext uri="{FF2B5EF4-FFF2-40B4-BE49-F238E27FC236}">
                <a16:creationId xmlns:a16="http://schemas.microsoft.com/office/drawing/2014/main" id="{DD22AB22-B432-FDF1-463A-431E2553CAAD}"/>
              </a:ext>
            </a:extLst>
          </p:cNvPr>
          <p:cNvGrpSpPr/>
          <p:nvPr userDrawn="1"/>
        </p:nvGrpSpPr>
        <p:grpSpPr>
          <a:xfrm>
            <a:off x="-5446" y="6110507"/>
            <a:ext cx="764931" cy="2048608"/>
            <a:chOff x="0" y="0"/>
            <a:chExt cx="764931" cy="2048608"/>
          </a:xfrm>
        </p:grpSpPr>
        <p:pic>
          <p:nvPicPr>
            <p:cNvPr id="23" name="Picture 22">
              <a:extLst>
                <a:ext uri="{FF2B5EF4-FFF2-40B4-BE49-F238E27FC236}">
                  <a16:creationId xmlns:a16="http://schemas.microsoft.com/office/drawing/2014/main" id="{5EE58D1C-A22A-9239-76A3-3E7F6F8D08A8}"/>
                </a:ext>
              </a:extLst>
            </p:cNvPr>
            <p:cNvPicPr>
              <a:picLocks noChangeAspect="1"/>
            </p:cNvPicPr>
            <p:nvPr userDrawn="1"/>
          </p:nvPicPr>
          <p:blipFill>
            <a:blip r:embed="rId4">
              <a:alphaModFix amt="7000"/>
              <a:lum bright="70000" contrast="-70000"/>
            </a:blip>
            <a:stretch>
              <a:fillRect/>
            </a:stretch>
          </p:blipFill>
          <p:spPr>
            <a:xfrm rot="16200000">
              <a:off x="35169" y="0"/>
              <a:ext cx="668215" cy="668215"/>
            </a:xfrm>
            <a:prstGeom prst="rect">
              <a:avLst/>
            </a:prstGeom>
          </p:spPr>
        </p:pic>
        <p:pic>
          <p:nvPicPr>
            <p:cNvPr id="24" name="Picture 23">
              <a:extLst>
                <a:ext uri="{FF2B5EF4-FFF2-40B4-BE49-F238E27FC236}">
                  <a16:creationId xmlns:a16="http://schemas.microsoft.com/office/drawing/2014/main" id="{B5689A37-6C0F-0762-0D39-38AF37529F37}"/>
                </a:ext>
              </a:extLst>
            </p:cNvPr>
            <p:cNvPicPr>
              <a:picLocks noChangeAspect="1"/>
            </p:cNvPicPr>
            <p:nvPr userDrawn="1"/>
          </p:nvPicPr>
          <p:blipFill>
            <a:blip r:embed="rId5">
              <a:alphaModFix amt="7000"/>
              <a:lum bright="70000" contrast="-70000"/>
            </a:blip>
            <a:stretch>
              <a:fillRect/>
            </a:stretch>
          </p:blipFill>
          <p:spPr>
            <a:xfrm>
              <a:off x="35169" y="650631"/>
              <a:ext cx="668215" cy="668215"/>
            </a:xfrm>
            <a:prstGeom prst="rect">
              <a:avLst/>
            </a:prstGeom>
          </p:spPr>
        </p:pic>
        <p:pic>
          <p:nvPicPr>
            <p:cNvPr id="25" name="Picture 24">
              <a:extLst>
                <a:ext uri="{FF2B5EF4-FFF2-40B4-BE49-F238E27FC236}">
                  <a16:creationId xmlns:a16="http://schemas.microsoft.com/office/drawing/2014/main" id="{51776207-A701-C8D0-63B8-DD483AF0AD0F}"/>
                </a:ext>
              </a:extLst>
            </p:cNvPr>
            <p:cNvPicPr>
              <a:picLocks noChangeAspect="1"/>
            </p:cNvPicPr>
            <p:nvPr userDrawn="1"/>
          </p:nvPicPr>
          <p:blipFill>
            <a:blip r:embed="rId6">
              <a:alphaModFix amt="7000"/>
              <a:lum bright="70000" contrast="-70000"/>
            </a:blip>
            <a:stretch>
              <a:fillRect/>
            </a:stretch>
          </p:blipFill>
          <p:spPr>
            <a:xfrm>
              <a:off x="0" y="1318846"/>
              <a:ext cx="764931" cy="729762"/>
            </a:xfrm>
            <a:prstGeom prst="rect">
              <a:avLst/>
            </a:prstGeom>
          </p:spPr>
        </p:pic>
      </p:grpSp>
      <p:pic>
        <p:nvPicPr>
          <p:cNvPr id="2" name="Google Shape;76;p15" title="LOGO PRIMER - Putih Orange  Putih.png">
            <a:extLst>
              <a:ext uri="{FF2B5EF4-FFF2-40B4-BE49-F238E27FC236}">
                <a16:creationId xmlns:a16="http://schemas.microsoft.com/office/drawing/2014/main" id="{60440AB2-883E-394A-BE69-1E1A7B0DE1D1}"/>
              </a:ext>
            </a:extLst>
          </p:cNvPr>
          <p:cNvPicPr preferRelativeResize="0"/>
          <p:nvPr userDrawn="1"/>
        </p:nvPicPr>
        <p:blipFill rotWithShape="1">
          <a:blip r:embed="rId7">
            <a:alphaModFix/>
          </a:blip>
          <a:srcRect/>
          <a:stretch/>
        </p:blipFill>
        <p:spPr>
          <a:xfrm>
            <a:off x="498848" y="260942"/>
            <a:ext cx="1441109" cy="598815"/>
          </a:xfrm>
          <a:prstGeom prst="rect">
            <a:avLst/>
          </a:prstGeom>
          <a:noFill/>
          <a:ln>
            <a:noFill/>
          </a:ln>
        </p:spPr>
      </p:pic>
      <p:pic>
        <p:nvPicPr>
          <p:cNvPr id="44" name="Google Shape;74;p15" title="SLIDE PRESENTATION.jpg">
            <a:extLst>
              <a:ext uri="{FF2B5EF4-FFF2-40B4-BE49-F238E27FC236}">
                <a16:creationId xmlns:a16="http://schemas.microsoft.com/office/drawing/2014/main" id="{9D75AF92-D9E3-05B6-65CF-B56D9F7B553A}"/>
              </a:ext>
            </a:extLst>
          </p:cNvPr>
          <p:cNvPicPr preferRelativeResize="0"/>
          <p:nvPr userDrawn="1"/>
        </p:nvPicPr>
        <p:blipFill rotWithShape="1">
          <a:blip r:embed="rId3">
            <a:alphaModFix amt="8000"/>
          </a:blip>
          <a:srcRect r="40937"/>
          <a:stretch>
            <a:fillRect/>
          </a:stretch>
        </p:blipFill>
        <p:spPr>
          <a:xfrm>
            <a:off x="-35169" y="1319321"/>
            <a:ext cx="12192000" cy="6851252"/>
          </a:xfrm>
          <a:prstGeom prst="rect">
            <a:avLst/>
          </a:prstGeom>
          <a:noFill/>
          <a:ln>
            <a:noFill/>
          </a:ln>
        </p:spPr>
      </p:pic>
      <p:sp>
        <p:nvSpPr>
          <p:cNvPr id="82" name="Google Shape;55;p13">
            <a:extLst>
              <a:ext uri="{FF2B5EF4-FFF2-40B4-BE49-F238E27FC236}">
                <a16:creationId xmlns:a16="http://schemas.microsoft.com/office/drawing/2014/main" id="{49E35351-D61F-00CE-1024-635B3A49AF4B}"/>
              </a:ext>
            </a:extLst>
          </p:cNvPr>
          <p:cNvSpPr txBox="1"/>
          <p:nvPr userDrawn="1"/>
        </p:nvSpPr>
        <p:spPr>
          <a:xfrm>
            <a:off x="377019" y="1882562"/>
            <a:ext cx="5879960" cy="1493706"/>
          </a:xfrm>
          <a:prstGeom prst="rect">
            <a:avLst/>
          </a:prstGeom>
          <a:solidFill>
            <a:schemeClr val="accent2">
              <a:alpha val="0"/>
            </a:schemeClr>
          </a:solidFill>
          <a:ln>
            <a:noFill/>
          </a:ln>
        </p:spPr>
        <p:txBody>
          <a:bodyPr spcFirstLastPara="1" wrap="square" lIns="121900" tIns="121900" rIns="121900" bIns="121900" anchor="t" anchorCtr="0">
            <a:noAutofit/>
          </a:bodyPr>
          <a:lstStyle/>
          <a:p>
            <a:r>
              <a:rPr lang="en" sz="6000" dirty="0">
                <a:solidFill>
                  <a:schemeClr val="bg1"/>
                </a:solidFill>
                <a:latin typeface="Work Sans Medium" pitchFamily="2" charset="0"/>
                <a:ea typeface="Inter"/>
                <a:cs typeface="Inter"/>
                <a:sym typeface="Inter"/>
              </a:rPr>
              <a:t>THANK YOU!</a:t>
            </a:r>
            <a:endParaRPr sz="6000" dirty="0">
              <a:solidFill>
                <a:schemeClr val="bg1"/>
              </a:solidFill>
              <a:latin typeface="Work Sans Medium" pitchFamily="2" charset="0"/>
              <a:ea typeface="Inter"/>
              <a:cs typeface="Inter"/>
              <a:sym typeface="Inter"/>
            </a:endParaRPr>
          </a:p>
        </p:txBody>
      </p:sp>
      <p:sp>
        <p:nvSpPr>
          <p:cNvPr id="84" name="TextBox 83">
            <a:extLst>
              <a:ext uri="{FF2B5EF4-FFF2-40B4-BE49-F238E27FC236}">
                <a16:creationId xmlns:a16="http://schemas.microsoft.com/office/drawing/2014/main" id="{53DBCFCF-64B2-504F-6BE5-689A81EF8CC2}"/>
              </a:ext>
            </a:extLst>
          </p:cNvPr>
          <p:cNvSpPr txBox="1"/>
          <p:nvPr userDrawn="1"/>
        </p:nvSpPr>
        <p:spPr>
          <a:xfrm>
            <a:off x="398778" y="6170797"/>
            <a:ext cx="6409646" cy="5078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The information contained in these documents is confidential, privileged and only for the information of the intended recipient and may not be used, published or redistributed without the prior written consent of PT </a:t>
            </a:r>
            <a:r>
              <a:rPr kumimoji="0" lang="en-US"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Triatra</a:t>
            </a:r>
            <a:r>
              <a:rPr kumimoji="0" lang="en-US"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a:t>
            </a:r>
            <a:r>
              <a:rPr kumimoji="0" lang="en-US"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Sinergia</a:t>
            </a:r>
            <a:r>
              <a:rPr kumimoji="0" lang="en-US"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Pratama.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2026 PT </a:t>
            </a:r>
            <a:r>
              <a:rPr kumimoji="0" lang="en-ID"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Triatra</a:t>
            </a:r>
            <a:r>
              <a:rPr kumimoji="0" lang="en-ID"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a:t>
            </a:r>
            <a:r>
              <a:rPr kumimoji="0" lang="en-ID" sz="900" b="0" i="0" u="none" strike="noStrike" kern="1200" cap="none" spc="0" normalizeH="0" baseline="0" noProof="0" dirty="0" err="1">
                <a:ln>
                  <a:noFill/>
                </a:ln>
                <a:solidFill>
                  <a:schemeClr val="bg1">
                    <a:lumMod val="95000"/>
                  </a:schemeClr>
                </a:solidFill>
                <a:effectLst/>
                <a:uLnTx/>
                <a:uFillTx/>
                <a:latin typeface="Arial" panose="020B0604020202020204" pitchFamily="34" charset="0"/>
                <a:ea typeface="+mn-ea"/>
                <a:cs typeface="Arial" panose="020B0604020202020204" pitchFamily="34" charset="0"/>
              </a:rPr>
              <a:t>Sinergia</a:t>
            </a:r>
            <a:r>
              <a:rPr kumimoji="0" lang="en-ID" sz="900" b="0" i="0" u="none" strike="noStrike" kern="1200" cap="none" spc="0" normalizeH="0" baseline="0" noProof="0" dirty="0">
                <a:ln>
                  <a:noFill/>
                </a:ln>
                <a:solidFill>
                  <a:schemeClr val="bg1">
                    <a:lumMod val="95000"/>
                  </a:schemeClr>
                </a:solidFill>
                <a:effectLst/>
                <a:uLnTx/>
                <a:uFillTx/>
                <a:latin typeface="Arial" panose="020B0604020202020204" pitchFamily="34" charset="0"/>
                <a:ea typeface="+mn-ea"/>
                <a:cs typeface="Arial" panose="020B0604020202020204" pitchFamily="34" charset="0"/>
              </a:rPr>
              <a:t> Pratama. All Rights Reserved.</a:t>
            </a:r>
          </a:p>
        </p:txBody>
      </p:sp>
      <p:sp>
        <p:nvSpPr>
          <p:cNvPr id="6" name="Rectangle 5">
            <a:extLst>
              <a:ext uri="{FF2B5EF4-FFF2-40B4-BE49-F238E27FC236}">
                <a16:creationId xmlns:a16="http://schemas.microsoft.com/office/drawing/2014/main" id="{1A9B960B-2CDC-3630-D927-309127095BB8}"/>
              </a:ext>
            </a:extLst>
          </p:cNvPr>
          <p:cNvSpPr/>
          <p:nvPr userDrawn="1"/>
        </p:nvSpPr>
        <p:spPr>
          <a:xfrm>
            <a:off x="398778" y="4423932"/>
            <a:ext cx="6280101" cy="13610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latin typeface="Arial" panose="020B0604020202020204" pitchFamily="34" charset="0"/>
                <a:cs typeface="Arial" panose="020B0604020202020204" pitchFamily="34" charset="0"/>
              </a:rPr>
              <a:t>Prepared by: </a:t>
            </a:r>
          </a:p>
          <a:p>
            <a:r>
              <a:rPr lang="en-US" sz="1200" dirty="0">
                <a:solidFill>
                  <a:schemeClr val="bg1"/>
                </a:solidFill>
                <a:latin typeface="Arial" panose="020B0604020202020204" pitchFamily="34" charset="0"/>
                <a:cs typeface="Arial" panose="020B0604020202020204" pitchFamily="34" charset="0"/>
              </a:rPr>
              <a:t>Yusa Wijaya – Marketing Associate</a:t>
            </a:r>
          </a:p>
          <a:p>
            <a:r>
              <a:rPr lang="en-US" sz="1200" dirty="0">
                <a:solidFill>
                  <a:schemeClr val="bg1"/>
                </a:solidFill>
                <a:latin typeface="Arial" panose="020B0604020202020204" pitchFamily="34" charset="0"/>
                <a:cs typeface="Arial" panose="020B0604020202020204" pitchFamily="34" charset="0"/>
              </a:rPr>
              <a:t>Department of Strategic Marketing 3</a:t>
            </a:r>
          </a:p>
          <a:p>
            <a:r>
              <a:rPr lang="en-ID" sz="1200" dirty="0">
                <a:solidFill>
                  <a:schemeClr val="bg1"/>
                </a:solidFill>
                <a:latin typeface="Arial" panose="020B0604020202020204" pitchFamily="34" charset="0"/>
                <a:ea typeface="Source Sans Pro" panose="020B0503030403020204" pitchFamily="34" charset="0"/>
                <a:cs typeface="Arial" panose="020B0604020202020204" pitchFamily="34" charset="0"/>
              </a:rPr>
              <a:t>Marketing Unit &amp; Strategic Division</a:t>
            </a:r>
          </a:p>
          <a:p>
            <a:r>
              <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PT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Triatra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Sinergia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Pratama, a Subsidiary of PT United Tractors Pandu Engineering</a:t>
            </a:r>
            <a:endPar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endParaRPr>
          </a:p>
        </p:txBody>
      </p:sp>
    </p:spTree>
    <p:extLst>
      <p:ext uri="{BB962C8B-B14F-4D97-AF65-F5344CB8AC3E}">
        <p14:creationId xmlns:p14="http://schemas.microsoft.com/office/powerpoint/2010/main" val="2598682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5FF2866-94E7-C1C8-4A38-C2FDCEED850B}"/>
              </a:ext>
            </a:extLst>
          </p:cNvPr>
          <p:cNvSpPr>
            <a:spLocks noGrp="1"/>
          </p:cNvSpPr>
          <p:nvPr>
            <p:ph type="dt" sz="half" idx="10"/>
          </p:nvPr>
        </p:nvSpPr>
        <p:spPr/>
        <p:txBody>
          <a:bodyPr/>
          <a:lstStyle/>
          <a:p>
            <a:fld id="{8E4C6D2F-9698-4AD1-AF61-FBB014564687}" type="datetimeFigureOut">
              <a:rPr lang="en-ID" smtClean="0"/>
              <a:t>13/10/2026</a:t>
            </a:fld>
            <a:endParaRPr lang="en-ID"/>
          </a:p>
        </p:txBody>
      </p:sp>
      <p:sp>
        <p:nvSpPr>
          <p:cNvPr id="5" name="Footer Placeholder 4">
            <a:extLst>
              <a:ext uri="{FF2B5EF4-FFF2-40B4-BE49-F238E27FC236}">
                <a16:creationId xmlns:a16="http://schemas.microsoft.com/office/drawing/2014/main" id="{5DF2C1CE-8E82-46B7-D534-3FC109F7B02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EB969EF7-1241-FC4F-B5EA-256D849AE8C8}"/>
              </a:ext>
            </a:extLst>
          </p:cNvPr>
          <p:cNvSpPr>
            <a:spLocks noGrp="1"/>
          </p:cNvSpPr>
          <p:nvPr>
            <p:ph type="sldNum" sz="quarter" idx="12"/>
          </p:nvPr>
        </p:nvSpPr>
        <p:spPr/>
        <p:txBody>
          <a:bodyPr/>
          <a:lstStyle/>
          <a:p>
            <a:fld id="{BCCC4FA6-9004-4589-A030-2821D7950F2E}" type="slidenum">
              <a:rPr lang="en-ID" smtClean="0"/>
              <a:t>‹#›</a:t>
            </a:fld>
            <a:endParaRPr lang="en-ID"/>
          </a:p>
        </p:txBody>
      </p:sp>
      <p:pic>
        <p:nvPicPr>
          <p:cNvPr id="9" name="Picture 8">
            <a:extLst>
              <a:ext uri="{FF2B5EF4-FFF2-40B4-BE49-F238E27FC236}">
                <a16:creationId xmlns:a16="http://schemas.microsoft.com/office/drawing/2014/main" id="{D4842748-918B-C561-5F21-0712AD1B92F4}"/>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rcRect/>
          <a:stretch/>
        </p:blipFill>
        <p:spPr>
          <a:xfrm>
            <a:off x="0" y="1"/>
            <a:ext cx="12192000" cy="6858000"/>
          </a:xfrm>
          <a:prstGeom prst="rect">
            <a:avLst/>
          </a:prstGeom>
          <a:solidFill>
            <a:srgbClr val="E55200">
              <a:alpha val="50000"/>
            </a:srgbClr>
          </a:solidFill>
        </p:spPr>
      </p:pic>
      <p:sp>
        <p:nvSpPr>
          <p:cNvPr id="11" name="Oval 10">
            <a:extLst>
              <a:ext uri="{FF2B5EF4-FFF2-40B4-BE49-F238E27FC236}">
                <a16:creationId xmlns:a16="http://schemas.microsoft.com/office/drawing/2014/main" id="{D00AEF3E-994E-1C2D-74AD-B6F318146263}"/>
              </a:ext>
            </a:extLst>
          </p:cNvPr>
          <p:cNvSpPr/>
          <p:nvPr userDrawn="1"/>
        </p:nvSpPr>
        <p:spPr>
          <a:xfrm>
            <a:off x="11458936" y="6194922"/>
            <a:ext cx="497711" cy="533292"/>
          </a:xfrm>
          <a:prstGeom prst="ellipse">
            <a:avLst/>
          </a:prstGeom>
          <a:solidFill>
            <a:srgbClr val="E6A2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 name="Google Shape;74;p15" title="SLIDE PRESENTATION.jpg">
            <a:extLst>
              <a:ext uri="{FF2B5EF4-FFF2-40B4-BE49-F238E27FC236}">
                <a16:creationId xmlns:a16="http://schemas.microsoft.com/office/drawing/2014/main" id="{AAAD229F-1BE5-C564-C821-B5C5DE0D70BB}"/>
              </a:ext>
            </a:extLst>
          </p:cNvPr>
          <p:cNvPicPr preferRelativeResize="0"/>
          <p:nvPr userDrawn="1"/>
        </p:nvPicPr>
        <p:blipFill rotWithShape="1">
          <a:blip r:embed="rId3">
            <a:alphaModFix amt="8000"/>
          </a:blip>
          <a:srcRect r="40937"/>
          <a:stretch>
            <a:fillRect/>
          </a:stretch>
        </p:blipFill>
        <p:spPr>
          <a:xfrm>
            <a:off x="0" y="6748"/>
            <a:ext cx="12192000" cy="6851252"/>
          </a:xfrm>
          <a:prstGeom prst="rect">
            <a:avLst/>
          </a:prstGeom>
          <a:noFill/>
          <a:ln>
            <a:noFill/>
          </a:ln>
        </p:spPr>
      </p:pic>
      <p:sp>
        <p:nvSpPr>
          <p:cNvPr id="3" name="Slide Number Placeholder 5">
            <a:extLst>
              <a:ext uri="{FF2B5EF4-FFF2-40B4-BE49-F238E27FC236}">
                <a16:creationId xmlns:a16="http://schemas.microsoft.com/office/drawing/2014/main" id="{D496A6E8-41DA-2005-893F-9E495EAC19AD}"/>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p>
        </p:txBody>
      </p:sp>
      <p:sp>
        <p:nvSpPr>
          <p:cNvPr id="7" name="Oval 6">
            <a:extLst>
              <a:ext uri="{FF2B5EF4-FFF2-40B4-BE49-F238E27FC236}">
                <a16:creationId xmlns:a16="http://schemas.microsoft.com/office/drawing/2014/main" id="{430D4A1C-7105-A6E9-27DD-D561668804B5}"/>
              </a:ext>
            </a:extLst>
          </p:cNvPr>
          <p:cNvSpPr/>
          <p:nvPr userDrawn="1"/>
        </p:nvSpPr>
        <p:spPr>
          <a:xfrm>
            <a:off x="11458936" y="6194922"/>
            <a:ext cx="497711" cy="533292"/>
          </a:xfrm>
          <a:prstGeom prst="ellipse">
            <a:avLst/>
          </a:prstGeom>
          <a:solidFill>
            <a:srgbClr val="E6A2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C4DEB250-BA04-38A5-EDD7-45527DF724F3}"/>
              </a:ext>
            </a:extLst>
          </p:cNvPr>
          <p:cNvPicPr>
            <a:picLocks noChangeAspect="1"/>
          </p:cNvPicPr>
          <p:nvPr userDrawn="1"/>
        </p:nvPicPr>
        <p:blipFill>
          <a:blip r:embed="rId4">
            <a:alphaModFix amt="2000"/>
          </a:blip>
          <a:srcRect l="5856" t="-37" r="5400" b="645"/>
          <a:stretch/>
        </p:blipFill>
        <p:spPr>
          <a:xfrm>
            <a:off x="11488616" y="1329682"/>
            <a:ext cx="668215" cy="748400"/>
          </a:xfrm>
          <a:prstGeom prst="rect">
            <a:avLst/>
          </a:prstGeom>
        </p:spPr>
      </p:pic>
      <p:pic>
        <p:nvPicPr>
          <p:cNvPr id="10" name="Picture 9">
            <a:extLst>
              <a:ext uri="{FF2B5EF4-FFF2-40B4-BE49-F238E27FC236}">
                <a16:creationId xmlns:a16="http://schemas.microsoft.com/office/drawing/2014/main" id="{8C32AA0F-E2B0-A1C1-4DDA-0C1E6C58375E}"/>
              </a:ext>
            </a:extLst>
          </p:cNvPr>
          <p:cNvPicPr>
            <a:picLocks noChangeAspect="1"/>
          </p:cNvPicPr>
          <p:nvPr userDrawn="1"/>
        </p:nvPicPr>
        <p:blipFill>
          <a:blip r:embed="rId5">
            <a:alphaModFix amt="30000"/>
          </a:blip>
          <a:stretch>
            <a:fillRect/>
          </a:stretch>
        </p:blipFill>
        <p:spPr>
          <a:xfrm>
            <a:off x="11413707" y="700074"/>
            <a:ext cx="695378" cy="668215"/>
          </a:xfrm>
          <a:prstGeom prst="rect">
            <a:avLst/>
          </a:prstGeom>
        </p:spPr>
      </p:pic>
      <p:pic>
        <p:nvPicPr>
          <p:cNvPr id="12" name="Picture 11">
            <a:extLst>
              <a:ext uri="{FF2B5EF4-FFF2-40B4-BE49-F238E27FC236}">
                <a16:creationId xmlns:a16="http://schemas.microsoft.com/office/drawing/2014/main" id="{2B788642-733D-6C62-2AE0-A75AFF281334}"/>
              </a:ext>
            </a:extLst>
          </p:cNvPr>
          <p:cNvPicPr>
            <a:picLocks noChangeAspect="1"/>
          </p:cNvPicPr>
          <p:nvPr userDrawn="1"/>
        </p:nvPicPr>
        <p:blipFill>
          <a:blip r:embed="rId6">
            <a:alphaModFix amt="10000"/>
            <a:extLst>
              <a:ext uri="{28A0092B-C50C-407E-A947-70E740481C1C}">
                <a14:useLocalDpi xmlns:a14="http://schemas.microsoft.com/office/drawing/2010/main" val="0"/>
              </a:ext>
            </a:extLst>
          </a:blip>
          <a:srcRect/>
          <a:stretch/>
        </p:blipFill>
        <p:spPr>
          <a:xfrm flipH="1">
            <a:off x="11423896" y="31859"/>
            <a:ext cx="668215" cy="668215"/>
          </a:xfrm>
          <a:prstGeom prst="rect">
            <a:avLst/>
          </a:prstGeom>
        </p:spPr>
      </p:pic>
      <p:pic>
        <p:nvPicPr>
          <p:cNvPr id="13" name="Picture 12">
            <a:extLst>
              <a:ext uri="{FF2B5EF4-FFF2-40B4-BE49-F238E27FC236}">
                <a16:creationId xmlns:a16="http://schemas.microsoft.com/office/drawing/2014/main" id="{3AFC186C-2309-F4EA-4837-8EF13B3E7A11}"/>
              </a:ext>
            </a:extLst>
          </p:cNvPr>
          <p:cNvPicPr>
            <a:picLocks noChangeAspect="1"/>
          </p:cNvPicPr>
          <p:nvPr userDrawn="1"/>
        </p:nvPicPr>
        <p:blipFill>
          <a:blip r:embed="rId4">
            <a:alphaModFix amt="30000"/>
          </a:blip>
          <a:srcRect l="5856" t="-37" r="5400" b="645"/>
          <a:stretch/>
        </p:blipFill>
        <p:spPr>
          <a:xfrm>
            <a:off x="10728518" y="706822"/>
            <a:ext cx="668215" cy="748400"/>
          </a:xfrm>
          <a:prstGeom prst="rect">
            <a:avLst/>
          </a:prstGeom>
        </p:spPr>
      </p:pic>
      <p:pic>
        <p:nvPicPr>
          <p:cNvPr id="14" name="Picture 13">
            <a:extLst>
              <a:ext uri="{FF2B5EF4-FFF2-40B4-BE49-F238E27FC236}">
                <a16:creationId xmlns:a16="http://schemas.microsoft.com/office/drawing/2014/main" id="{115A49D5-365A-16FE-5713-2C9BF012B8EF}"/>
              </a:ext>
            </a:extLst>
          </p:cNvPr>
          <p:cNvPicPr>
            <a:picLocks noChangeAspect="1"/>
          </p:cNvPicPr>
          <p:nvPr userDrawn="1"/>
        </p:nvPicPr>
        <p:blipFill>
          <a:blip r:embed="rId5">
            <a:alphaModFix amt="6000"/>
          </a:blip>
          <a:stretch>
            <a:fillRect/>
          </a:stretch>
        </p:blipFill>
        <p:spPr>
          <a:xfrm>
            <a:off x="10728518" y="38607"/>
            <a:ext cx="695378" cy="668215"/>
          </a:xfrm>
          <a:prstGeom prst="rect">
            <a:avLst/>
          </a:prstGeom>
        </p:spPr>
      </p:pic>
      <p:pic>
        <p:nvPicPr>
          <p:cNvPr id="15" name="Picture 14">
            <a:extLst>
              <a:ext uri="{FF2B5EF4-FFF2-40B4-BE49-F238E27FC236}">
                <a16:creationId xmlns:a16="http://schemas.microsoft.com/office/drawing/2014/main" id="{825C62C2-1D43-4DF9-E1EC-52FCF3EAC0A8}"/>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810893" y="1371556"/>
            <a:ext cx="668215" cy="668215"/>
          </a:xfrm>
          <a:prstGeom prst="rect">
            <a:avLst/>
          </a:prstGeom>
        </p:spPr>
      </p:pic>
      <p:pic>
        <p:nvPicPr>
          <p:cNvPr id="16" name="Picture 15">
            <a:extLst>
              <a:ext uri="{FF2B5EF4-FFF2-40B4-BE49-F238E27FC236}">
                <a16:creationId xmlns:a16="http://schemas.microsoft.com/office/drawing/2014/main" id="{4E1CB7FC-BFE0-526A-481A-A74DE355468C}"/>
              </a:ext>
            </a:extLst>
          </p:cNvPr>
          <p:cNvPicPr>
            <a:picLocks noChangeAspect="1"/>
          </p:cNvPicPr>
          <p:nvPr userDrawn="1"/>
        </p:nvPicPr>
        <p:blipFill>
          <a:blip r:embed="rId5">
            <a:alphaModFix amt="0"/>
          </a:blip>
          <a:stretch>
            <a:fillRect/>
          </a:stretch>
        </p:blipFill>
        <p:spPr>
          <a:xfrm>
            <a:off x="10040606" y="700074"/>
            <a:ext cx="695378" cy="668215"/>
          </a:xfrm>
          <a:prstGeom prst="rect">
            <a:avLst/>
          </a:prstGeom>
        </p:spPr>
      </p:pic>
      <p:pic>
        <p:nvPicPr>
          <p:cNvPr id="17" name="Picture 16">
            <a:extLst>
              <a:ext uri="{FF2B5EF4-FFF2-40B4-BE49-F238E27FC236}">
                <a16:creationId xmlns:a16="http://schemas.microsoft.com/office/drawing/2014/main" id="{A601E868-9393-C7CE-9287-416A774B9CF9}"/>
              </a:ext>
            </a:extLst>
          </p:cNvPr>
          <p:cNvPicPr>
            <a:picLocks noChangeAspect="1"/>
          </p:cNvPicPr>
          <p:nvPr userDrawn="1"/>
        </p:nvPicPr>
        <p:blipFill>
          <a:blip r:embed="rId6">
            <a:alphaModFix amt="30000"/>
            <a:extLst>
              <a:ext uri="{28A0092B-C50C-407E-A947-70E740481C1C}">
                <a14:useLocalDpi xmlns:a14="http://schemas.microsoft.com/office/drawing/2010/main" val="0"/>
              </a:ext>
            </a:extLst>
          </a:blip>
          <a:srcRect/>
          <a:stretch/>
        </p:blipFill>
        <p:spPr>
          <a:xfrm flipH="1">
            <a:off x="10050795" y="31859"/>
            <a:ext cx="668215" cy="668215"/>
          </a:xfrm>
          <a:prstGeom prst="rect">
            <a:avLst/>
          </a:prstGeom>
        </p:spPr>
      </p:pic>
      <p:pic>
        <p:nvPicPr>
          <p:cNvPr id="18" name="Picture 17">
            <a:extLst>
              <a:ext uri="{FF2B5EF4-FFF2-40B4-BE49-F238E27FC236}">
                <a16:creationId xmlns:a16="http://schemas.microsoft.com/office/drawing/2014/main" id="{BA54CD30-209B-1173-9AF6-2B19A107244B}"/>
              </a:ext>
            </a:extLst>
          </p:cNvPr>
          <p:cNvPicPr>
            <a:picLocks noChangeAspect="1"/>
          </p:cNvPicPr>
          <p:nvPr userDrawn="1"/>
        </p:nvPicPr>
        <p:blipFill>
          <a:blip r:embed="rId4">
            <a:alphaModFix amt="2000"/>
          </a:blip>
          <a:srcRect l="5856" t="-37" r="5400" b="645"/>
          <a:stretch/>
        </p:blipFill>
        <p:spPr>
          <a:xfrm>
            <a:off x="10105955" y="1329682"/>
            <a:ext cx="668215" cy="748400"/>
          </a:xfrm>
          <a:prstGeom prst="rect">
            <a:avLst/>
          </a:prstGeom>
        </p:spPr>
      </p:pic>
      <p:pic>
        <p:nvPicPr>
          <p:cNvPr id="19" name="Picture 18">
            <a:extLst>
              <a:ext uri="{FF2B5EF4-FFF2-40B4-BE49-F238E27FC236}">
                <a16:creationId xmlns:a16="http://schemas.microsoft.com/office/drawing/2014/main" id="{3A5BEBD4-E034-2EDE-F7BB-986B43145238}"/>
              </a:ext>
            </a:extLst>
          </p:cNvPr>
          <p:cNvPicPr>
            <a:picLocks noChangeAspect="1"/>
          </p:cNvPicPr>
          <p:nvPr userDrawn="1"/>
        </p:nvPicPr>
        <p:blipFill>
          <a:blip r:embed="rId4">
            <a:alphaModFix amt="0"/>
          </a:blip>
          <a:srcRect l="5856" t="-37" r="5400" b="645"/>
          <a:stretch/>
        </p:blipFill>
        <p:spPr>
          <a:xfrm>
            <a:off x="9362831" y="706822"/>
            <a:ext cx="668215" cy="748400"/>
          </a:xfrm>
          <a:prstGeom prst="rect">
            <a:avLst/>
          </a:prstGeom>
        </p:spPr>
      </p:pic>
      <p:pic>
        <p:nvPicPr>
          <p:cNvPr id="20" name="Picture 19">
            <a:extLst>
              <a:ext uri="{FF2B5EF4-FFF2-40B4-BE49-F238E27FC236}">
                <a16:creationId xmlns:a16="http://schemas.microsoft.com/office/drawing/2014/main" id="{321F60E7-0130-4145-2450-D5CF695AEA98}"/>
              </a:ext>
            </a:extLst>
          </p:cNvPr>
          <p:cNvPicPr>
            <a:picLocks noChangeAspect="1"/>
          </p:cNvPicPr>
          <p:nvPr userDrawn="1"/>
        </p:nvPicPr>
        <p:blipFill>
          <a:blip r:embed="rId5">
            <a:alphaModFix amt="6000"/>
          </a:blip>
          <a:stretch>
            <a:fillRect/>
          </a:stretch>
        </p:blipFill>
        <p:spPr>
          <a:xfrm>
            <a:off x="9362831" y="38607"/>
            <a:ext cx="695378" cy="668215"/>
          </a:xfrm>
          <a:prstGeom prst="rect">
            <a:avLst/>
          </a:prstGeom>
        </p:spPr>
      </p:pic>
      <p:pic>
        <p:nvPicPr>
          <p:cNvPr id="21" name="Picture 20">
            <a:extLst>
              <a:ext uri="{FF2B5EF4-FFF2-40B4-BE49-F238E27FC236}">
                <a16:creationId xmlns:a16="http://schemas.microsoft.com/office/drawing/2014/main" id="{FBE9AC4B-CD43-325A-9D9C-3DA69F82D183}"/>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9445206" y="1371556"/>
            <a:ext cx="668215" cy="668215"/>
          </a:xfrm>
          <a:prstGeom prst="rect">
            <a:avLst/>
          </a:prstGeom>
        </p:spPr>
      </p:pic>
      <p:pic>
        <p:nvPicPr>
          <p:cNvPr id="22" name="Picture 21">
            <a:extLst>
              <a:ext uri="{FF2B5EF4-FFF2-40B4-BE49-F238E27FC236}">
                <a16:creationId xmlns:a16="http://schemas.microsoft.com/office/drawing/2014/main" id="{54639D55-B39E-11F7-AC19-1777E1267BC0}"/>
              </a:ext>
            </a:extLst>
          </p:cNvPr>
          <p:cNvPicPr>
            <a:picLocks noChangeAspect="1"/>
          </p:cNvPicPr>
          <p:nvPr userDrawn="1"/>
        </p:nvPicPr>
        <p:blipFill>
          <a:blip r:embed="rId5">
            <a:alphaModFix amt="6000"/>
          </a:blip>
          <a:stretch>
            <a:fillRect/>
          </a:stretch>
        </p:blipFill>
        <p:spPr>
          <a:xfrm>
            <a:off x="8662673" y="706822"/>
            <a:ext cx="695378" cy="668215"/>
          </a:xfrm>
          <a:prstGeom prst="rect">
            <a:avLst/>
          </a:prstGeom>
        </p:spPr>
      </p:pic>
      <p:pic>
        <p:nvPicPr>
          <p:cNvPr id="23" name="Picture 22">
            <a:extLst>
              <a:ext uri="{FF2B5EF4-FFF2-40B4-BE49-F238E27FC236}">
                <a16:creationId xmlns:a16="http://schemas.microsoft.com/office/drawing/2014/main" id="{D9C1D77D-CFB0-A97B-C1D9-19C67143F024}"/>
              </a:ext>
            </a:extLst>
          </p:cNvPr>
          <p:cNvPicPr>
            <a:picLocks noChangeAspect="1"/>
          </p:cNvPicPr>
          <p:nvPr userDrawn="1"/>
        </p:nvPicPr>
        <p:blipFill>
          <a:blip r:embed="rId6">
            <a:alphaModFix amt="0"/>
            <a:extLst>
              <a:ext uri="{28A0092B-C50C-407E-A947-70E740481C1C}">
                <a14:useLocalDpi xmlns:a14="http://schemas.microsoft.com/office/drawing/2010/main" val="0"/>
              </a:ext>
            </a:extLst>
          </a:blip>
          <a:srcRect/>
          <a:stretch/>
        </p:blipFill>
        <p:spPr>
          <a:xfrm flipH="1">
            <a:off x="8672862" y="38607"/>
            <a:ext cx="668215" cy="668215"/>
          </a:xfrm>
          <a:prstGeom prst="rect">
            <a:avLst/>
          </a:prstGeom>
        </p:spPr>
      </p:pic>
      <p:pic>
        <p:nvPicPr>
          <p:cNvPr id="24" name="Picture 23">
            <a:extLst>
              <a:ext uri="{FF2B5EF4-FFF2-40B4-BE49-F238E27FC236}">
                <a16:creationId xmlns:a16="http://schemas.microsoft.com/office/drawing/2014/main" id="{63CF412B-786E-3636-CF7E-908EFD09423A}"/>
              </a:ext>
            </a:extLst>
          </p:cNvPr>
          <p:cNvPicPr>
            <a:picLocks noChangeAspect="1"/>
          </p:cNvPicPr>
          <p:nvPr userDrawn="1"/>
        </p:nvPicPr>
        <p:blipFill>
          <a:blip r:embed="rId4">
            <a:alphaModFix amt="6000"/>
          </a:blip>
          <a:srcRect l="5856" t="-37" r="5400" b="645"/>
          <a:stretch/>
        </p:blipFill>
        <p:spPr>
          <a:xfrm>
            <a:off x="7977484" y="713570"/>
            <a:ext cx="668215" cy="748400"/>
          </a:xfrm>
          <a:prstGeom prst="rect">
            <a:avLst/>
          </a:prstGeom>
        </p:spPr>
      </p:pic>
      <p:pic>
        <p:nvPicPr>
          <p:cNvPr id="25" name="Picture 24">
            <a:extLst>
              <a:ext uri="{FF2B5EF4-FFF2-40B4-BE49-F238E27FC236}">
                <a16:creationId xmlns:a16="http://schemas.microsoft.com/office/drawing/2014/main" id="{D3738C52-A9EE-B897-FC37-297E645DF210}"/>
              </a:ext>
            </a:extLst>
          </p:cNvPr>
          <p:cNvPicPr>
            <a:picLocks noChangeAspect="1"/>
          </p:cNvPicPr>
          <p:nvPr userDrawn="1"/>
        </p:nvPicPr>
        <p:blipFill>
          <a:blip r:embed="rId5">
            <a:alphaModFix amt="0"/>
          </a:blip>
          <a:stretch>
            <a:fillRect/>
          </a:stretch>
        </p:blipFill>
        <p:spPr>
          <a:xfrm>
            <a:off x="7977484" y="45355"/>
            <a:ext cx="695378" cy="668215"/>
          </a:xfrm>
          <a:prstGeom prst="rect">
            <a:avLst/>
          </a:prstGeom>
        </p:spPr>
      </p:pic>
      <p:pic>
        <p:nvPicPr>
          <p:cNvPr id="26" name="Picture 25">
            <a:extLst>
              <a:ext uri="{FF2B5EF4-FFF2-40B4-BE49-F238E27FC236}">
                <a16:creationId xmlns:a16="http://schemas.microsoft.com/office/drawing/2014/main" id="{DFB281C8-473B-B587-4FDF-123A6ED38ACA}"/>
              </a:ext>
            </a:extLst>
          </p:cNvPr>
          <p:cNvPicPr>
            <a:picLocks noChangeAspect="1"/>
          </p:cNvPicPr>
          <p:nvPr userDrawn="1"/>
        </p:nvPicPr>
        <p:blipFill>
          <a:blip r:embed="rId5">
            <a:alphaModFix amt="0"/>
          </a:blip>
          <a:stretch>
            <a:fillRect/>
          </a:stretch>
        </p:blipFill>
        <p:spPr>
          <a:xfrm>
            <a:off x="7289572" y="706822"/>
            <a:ext cx="695378" cy="668215"/>
          </a:xfrm>
          <a:prstGeom prst="rect">
            <a:avLst/>
          </a:prstGeom>
        </p:spPr>
      </p:pic>
      <p:pic>
        <p:nvPicPr>
          <p:cNvPr id="27" name="Picture 26">
            <a:extLst>
              <a:ext uri="{FF2B5EF4-FFF2-40B4-BE49-F238E27FC236}">
                <a16:creationId xmlns:a16="http://schemas.microsoft.com/office/drawing/2014/main" id="{ED47C7C1-7D0E-6537-22EC-61589C59D4E2}"/>
              </a:ext>
            </a:extLst>
          </p:cNvPr>
          <p:cNvPicPr>
            <a:picLocks noChangeAspect="1"/>
          </p:cNvPicPr>
          <p:nvPr userDrawn="1"/>
        </p:nvPicPr>
        <p:blipFill>
          <a:blip r:embed="rId6">
            <a:alphaModFix amt="0"/>
            <a:extLst>
              <a:ext uri="{28A0092B-C50C-407E-A947-70E740481C1C}">
                <a14:useLocalDpi xmlns:a14="http://schemas.microsoft.com/office/drawing/2010/main" val="0"/>
              </a:ext>
            </a:extLst>
          </a:blip>
          <a:srcRect/>
          <a:stretch/>
        </p:blipFill>
        <p:spPr>
          <a:xfrm flipH="1">
            <a:off x="7299761" y="38607"/>
            <a:ext cx="668215" cy="668215"/>
          </a:xfrm>
          <a:prstGeom prst="rect">
            <a:avLst/>
          </a:prstGeom>
        </p:spPr>
      </p:pic>
      <p:pic>
        <p:nvPicPr>
          <p:cNvPr id="28" name="Picture 27">
            <a:extLst>
              <a:ext uri="{FF2B5EF4-FFF2-40B4-BE49-F238E27FC236}">
                <a16:creationId xmlns:a16="http://schemas.microsoft.com/office/drawing/2014/main" id="{952B1CC9-C724-D581-0149-FC7F9AAA5683}"/>
              </a:ext>
            </a:extLst>
          </p:cNvPr>
          <p:cNvPicPr>
            <a:picLocks noChangeAspect="1"/>
          </p:cNvPicPr>
          <p:nvPr userDrawn="1"/>
        </p:nvPicPr>
        <p:blipFill>
          <a:blip r:embed="rId5">
            <a:alphaModFix amt="27000"/>
          </a:blip>
          <a:stretch>
            <a:fillRect/>
          </a:stretch>
        </p:blipFill>
        <p:spPr>
          <a:xfrm>
            <a:off x="11426285" y="2769695"/>
            <a:ext cx="695378" cy="668215"/>
          </a:xfrm>
          <a:prstGeom prst="rect">
            <a:avLst/>
          </a:prstGeom>
        </p:spPr>
      </p:pic>
      <p:pic>
        <p:nvPicPr>
          <p:cNvPr id="29" name="Picture 28">
            <a:extLst>
              <a:ext uri="{FF2B5EF4-FFF2-40B4-BE49-F238E27FC236}">
                <a16:creationId xmlns:a16="http://schemas.microsoft.com/office/drawing/2014/main" id="{601F7865-A2F1-1B13-F465-8FDF4AA89EED}"/>
              </a:ext>
            </a:extLst>
          </p:cNvPr>
          <p:cNvPicPr>
            <a:picLocks noChangeAspect="1"/>
          </p:cNvPicPr>
          <p:nvPr userDrawn="1"/>
        </p:nvPicPr>
        <p:blipFill>
          <a:blip r:embed="rId5">
            <a:alphaModFix amt="2000"/>
          </a:blip>
          <a:stretch>
            <a:fillRect/>
          </a:stretch>
        </p:blipFill>
        <p:spPr>
          <a:xfrm>
            <a:off x="11498805" y="2710710"/>
            <a:ext cx="695378" cy="668215"/>
          </a:xfrm>
          <a:prstGeom prst="rect">
            <a:avLst/>
          </a:prstGeom>
        </p:spPr>
      </p:pic>
      <p:pic>
        <p:nvPicPr>
          <p:cNvPr id="30" name="Picture 29">
            <a:extLst>
              <a:ext uri="{FF2B5EF4-FFF2-40B4-BE49-F238E27FC236}">
                <a16:creationId xmlns:a16="http://schemas.microsoft.com/office/drawing/2014/main" id="{140EA939-E7FD-3101-8889-921FABA2E132}"/>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1508994" y="2042495"/>
            <a:ext cx="668215" cy="668215"/>
          </a:xfrm>
          <a:prstGeom prst="rect">
            <a:avLst/>
          </a:prstGeom>
        </p:spPr>
      </p:pic>
      <p:pic>
        <p:nvPicPr>
          <p:cNvPr id="31" name="Picture 30">
            <a:extLst>
              <a:ext uri="{FF2B5EF4-FFF2-40B4-BE49-F238E27FC236}">
                <a16:creationId xmlns:a16="http://schemas.microsoft.com/office/drawing/2014/main" id="{FEB24659-38BD-5C10-373C-682B49289F12}"/>
              </a:ext>
            </a:extLst>
          </p:cNvPr>
          <p:cNvPicPr>
            <a:picLocks noChangeAspect="1"/>
          </p:cNvPicPr>
          <p:nvPr userDrawn="1"/>
        </p:nvPicPr>
        <p:blipFill>
          <a:blip r:embed="rId4">
            <a:alphaModFix amt="2000"/>
          </a:blip>
          <a:srcRect l="5856" t="-37" r="5400" b="645"/>
          <a:stretch/>
        </p:blipFill>
        <p:spPr>
          <a:xfrm>
            <a:off x="10813616" y="2717458"/>
            <a:ext cx="668215" cy="748400"/>
          </a:xfrm>
          <a:prstGeom prst="rect">
            <a:avLst/>
          </a:prstGeom>
        </p:spPr>
      </p:pic>
      <p:pic>
        <p:nvPicPr>
          <p:cNvPr id="32" name="Picture 31">
            <a:extLst>
              <a:ext uri="{FF2B5EF4-FFF2-40B4-BE49-F238E27FC236}">
                <a16:creationId xmlns:a16="http://schemas.microsoft.com/office/drawing/2014/main" id="{55914B9A-FF19-BC0F-76AA-3D0A402F0E42}"/>
              </a:ext>
            </a:extLst>
          </p:cNvPr>
          <p:cNvPicPr>
            <a:picLocks noChangeAspect="1"/>
          </p:cNvPicPr>
          <p:nvPr userDrawn="1"/>
        </p:nvPicPr>
        <p:blipFill>
          <a:blip r:embed="rId5">
            <a:alphaModFix amt="2000"/>
          </a:blip>
          <a:stretch>
            <a:fillRect/>
          </a:stretch>
        </p:blipFill>
        <p:spPr>
          <a:xfrm>
            <a:off x="10813616" y="2049243"/>
            <a:ext cx="695378" cy="668215"/>
          </a:xfrm>
          <a:prstGeom prst="rect">
            <a:avLst/>
          </a:prstGeom>
        </p:spPr>
      </p:pic>
      <p:pic>
        <p:nvPicPr>
          <p:cNvPr id="33" name="Picture 32">
            <a:extLst>
              <a:ext uri="{FF2B5EF4-FFF2-40B4-BE49-F238E27FC236}">
                <a16:creationId xmlns:a16="http://schemas.microsoft.com/office/drawing/2014/main" id="{B67C4AAD-8930-6748-8D9F-036687848978}"/>
              </a:ext>
            </a:extLst>
          </p:cNvPr>
          <p:cNvPicPr>
            <a:picLocks noChangeAspect="1"/>
          </p:cNvPicPr>
          <p:nvPr userDrawn="1"/>
        </p:nvPicPr>
        <p:blipFill>
          <a:blip r:embed="rId5">
            <a:alphaModFix amt="2000"/>
          </a:blip>
          <a:stretch>
            <a:fillRect/>
          </a:stretch>
        </p:blipFill>
        <p:spPr>
          <a:xfrm>
            <a:off x="10125704" y="2710710"/>
            <a:ext cx="695378" cy="668215"/>
          </a:xfrm>
          <a:prstGeom prst="rect">
            <a:avLst/>
          </a:prstGeom>
        </p:spPr>
      </p:pic>
      <p:pic>
        <p:nvPicPr>
          <p:cNvPr id="34" name="Picture 33">
            <a:extLst>
              <a:ext uri="{FF2B5EF4-FFF2-40B4-BE49-F238E27FC236}">
                <a16:creationId xmlns:a16="http://schemas.microsoft.com/office/drawing/2014/main" id="{706840D5-9411-247E-5A8A-8AF3C5FA3569}"/>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135893" y="2042495"/>
            <a:ext cx="668215" cy="668215"/>
          </a:xfrm>
          <a:prstGeom prst="rect">
            <a:avLst/>
          </a:prstGeom>
        </p:spPr>
      </p:pic>
      <p:pic>
        <p:nvPicPr>
          <p:cNvPr id="35" name="Picture 34">
            <a:extLst>
              <a:ext uri="{FF2B5EF4-FFF2-40B4-BE49-F238E27FC236}">
                <a16:creationId xmlns:a16="http://schemas.microsoft.com/office/drawing/2014/main" id="{2881F0DE-A4A5-359C-A2FE-CB9E10533C9C}"/>
              </a:ext>
            </a:extLst>
          </p:cNvPr>
          <p:cNvPicPr>
            <a:picLocks noChangeAspect="1"/>
          </p:cNvPicPr>
          <p:nvPr userDrawn="1"/>
        </p:nvPicPr>
        <p:blipFill>
          <a:blip r:embed="rId4">
            <a:alphaModFix amt="2000"/>
          </a:blip>
          <a:srcRect l="5856" t="-37" r="5400" b="645"/>
          <a:stretch/>
        </p:blipFill>
        <p:spPr>
          <a:xfrm>
            <a:off x="9447929" y="2717458"/>
            <a:ext cx="668215" cy="748400"/>
          </a:xfrm>
          <a:prstGeom prst="rect">
            <a:avLst/>
          </a:prstGeom>
        </p:spPr>
      </p:pic>
      <p:pic>
        <p:nvPicPr>
          <p:cNvPr id="36" name="Picture 35">
            <a:extLst>
              <a:ext uri="{FF2B5EF4-FFF2-40B4-BE49-F238E27FC236}">
                <a16:creationId xmlns:a16="http://schemas.microsoft.com/office/drawing/2014/main" id="{08E6F935-031D-87D6-D604-556276C83305}"/>
              </a:ext>
            </a:extLst>
          </p:cNvPr>
          <p:cNvPicPr>
            <a:picLocks noChangeAspect="1"/>
          </p:cNvPicPr>
          <p:nvPr userDrawn="1"/>
        </p:nvPicPr>
        <p:blipFill>
          <a:blip r:embed="rId5">
            <a:alphaModFix amt="2000"/>
          </a:blip>
          <a:stretch>
            <a:fillRect/>
          </a:stretch>
        </p:blipFill>
        <p:spPr>
          <a:xfrm>
            <a:off x="9447929" y="2049243"/>
            <a:ext cx="695378" cy="668215"/>
          </a:xfrm>
          <a:prstGeom prst="rect">
            <a:avLst/>
          </a:prstGeom>
        </p:spPr>
      </p:pic>
      <p:pic>
        <p:nvPicPr>
          <p:cNvPr id="37" name="Picture 36">
            <a:extLst>
              <a:ext uri="{FF2B5EF4-FFF2-40B4-BE49-F238E27FC236}">
                <a16:creationId xmlns:a16="http://schemas.microsoft.com/office/drawing/2014/main" id="{1EC92CDC-3EDE-9EDC-1E7F-1D9D67BF389A}"/>
              </a:ext>
            </a:extLst>
          </p:cNvPr>
          <p:cNvPicPr>
            <a:picLocks noChangeAspect="1"/>
          </p:cNvPicPr>
          <p:nvPr userDrawn="1"/>
        </p:nvPicPr>
        <p:blipFill>
          <a:blip r:embed="rId4">
            <a:alphaModFix amt="10000"/>
          </a:blip>
          <a:srcRect l="5856" t="-37" r="5400" b="645"/>
          <a:stretch/>
        </p:blipFill>
        <p:spPr>
          <a:xfrm>
            <a:off x="8254819" y="4171379"/>
            <a:ext cx="668215" cy="748400"/>
          </a:xfrm>
          <a:prstGeom prst="rect">
            <a:avLst/>
          </a:prstGeom>
        </p:spPr>
      </p:pic>
      <p:pic>
        <p:nvPicPr>
          <p:cNvPr id="38" name="Picture 37">
            <a:extLst>
              <a:ext uri="{FF2B5EF4-FFF2-40B4-BE49-F238E27FC236}">
                <a16:creationId xmlns:a16="http://schemas.microsoft.com/office/drawing/2014/main" id="{ABE96AA4-348D-84FC-22BB-604DED6E98BE}"/>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7577096" y="4213253"/>
            <a:ext cx="668215" cy="668215"/>
          </a:xfrm>
          <a:prstGeom prst="rect">
            <a:avLst/>
          </a:prstGeom>
        </p:spPr>
      </p:pic>
      <p:pic>
        <p:nvPicPr>
          <p:cNvPr id="39" name="Picture 38">
            <a:extLst>
              <a:ext uri="{FF2B5EF4-FFF2-40B4-BE49-F238E27FC236}">
                <a16:creationId xmlns:a16="http://schemas.microsoft.com/office/drawing/2014/main" id="{8298FC8D-4DF5-656D-6CBA-F64F50CC6B3E}"/>
              </a:ext>
            </a:extLst>
          </p:cNvPr>
          <p:cNvPicPr>
            <a:picLocks noChangeAspect="1"/>
          </p:cNvPicPr>
          <p:nvPr userDrawn="1"/>
        </p:nvPicPr>
        <p:blipFill>
          <a:blip r:embed="rId4">
            <a:alphaModFix amt="2000"/>
          </a:blip>
          <a:srcRect l="5856" t="-37" r="5400" b="645"/>
          <a:stretch/>
        </p:blipFill>
        <p:spPr>
          <a:xfrm>
            <a:off x="10070787" y="3416231"/>
            <a:ext cx="668215" cy="748400"/>
          </a:xfrm>
          <a:prstGeom prst="rect">
            <a:avLst/>
          </a:prstGeom>
        </p:spPr>
      </p:pic>
      <p:pic>
        <p:nvPicPr>
          <p:cNvPr id="40" name="Picture 39">
            <a:extLst>
              <a:ext uri="{FF2B5EF4-FFF2-40B4-BE49-F238E27FC236}">
                <a16:creationId xmlns:a16="http://schemas.microsoft.com/office/drawing/2014/main" id="{80A711E9-8948-CBE5-7640-C9C6063008CA}"/>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9410038" y="3458105"/>
            <a:ext cx="668215" cy="668215"/>
          </a:xfrm>
          <a:prstGeom prst="rect">
            <a:avLst/>
          </a:prstGeom>
        </p:spPr>
      </p:pic>
      <p:pic>
        <p:nvPicPr>
          <p:cNvPr id="41" name="Picture 40">
            <a:extLst>
              <a:ext uri="{FF2B5EF4-FFF2-40B4-BE49-F238E27FC236}">
                <a16:creationId xmlns:a16="http://schemas.microsoft.com/office/drawing/2014/main" id="{2A99E703-3F9C-072C-A301-54FA939D3255}"/>
              </a:ext>
            </a:extLst>
          </p:cNvPr>
          <p:cNvPicPr>
            <a:picLocks noChangeAspect="1"/>
          </p:cNvPicPr>
          <p:nvPr userDrawn="1"/>
        </p:nvPicPr>
        <p:blipFill>
          <a:blip r:embed="rId5">
            <a:alphaModFix amt="2000"/>
          </a:blip>
          <a:stretch>
            <a:fillRect/>
          </a:stretch>
        </p:blipFill>
        <p:spPr>
          <a:xfrm>
            <a:off x="8265008" y="5552407"/>
            <a:ext cx="695378" cy="668215"/>
          </a:xfrm>
          <a:prstGeom prst="rect">
            <a:avLst/>
          </a:prstGeom>
        </p:spPr>
      </p:pic>
      <p:pic>
        <p:nvPicPr>
          <p:cNvPr id="42" name="Picture 41">
            <a:extLst>
              <a:ext uri="{FF2B5EF4-FFF2-40B4-BE49-F238E27FC236}">
                <a16:creationId xmlns:a16="http://schemas.microsoft.com/office/drawing/2014/main" id="{14B2BBBC-8701-E916-13FD-ADF5EBE6E53F}"/>
              </a:ext>
            </a:extLst>
          </p:cNvPr>
          <p:cNvPicPr>
            <a:picLocks noChangeAspect="1"/>
          </p:cNvPicPr>
          <p:nvPr userDrawn="1"/>
        </p:nvPicPr>
        <p:blipFill>
          <a:blip r:embed="rId6">
            <a:alphaModFix amt="10000"/>
            <a:extLst>
              <a:ext uri="{28A0092B-C50C-407E-A947-70E740481C1C}">
                <a14:useLocalDpi xmlns:a14="http://schemas.microsoft.com/office/drawing/2010/main" val="0"/>
              </a:ext>
            </a:extLst>
          </a:blip>
          <a:srcRect/>
          <a:stretch/>
        </p:blipFill>
        <p:spPr>
          <a:xfrm flipH="1">
            <a:off x="8275197" y="4884192"/>
            <a:ext cx="668215" cy="668215"/>
          </a:xfrm>
          <a:prstGeom prst="rect">
            <a:avLst/>
          </a:prstGeom>
        </p:spPr>
      </p:pic>
      <p:pic>
        <p:nvPicPr>
          <p:cNvPr id="43" name="Picture 42">
            <a:extLst>
              <a:ext uri="{FF2B5EF4-FFF2-40B4-BE49-F238E27FC236}">
                <a16:creationId xmlns:a16="http://schemas.microsoft.com/office/drawing/2014/main" id="{21616316-29AC-7430-3ADB-F166210228F4}"/>
              </a:ext>
            </a:extLst>
          </p:cNvPr>
          <p:cNvPicPr>
            <a:picLocks noChangeAspect="1"/>
          </p:cNvPicPr>
          <p:nvPr userDrawn="1"/>
        </p:nvPicPr>
        <p:blipFill>
          <a:blip r:embed="rId4">
            <a:alphaModFix amt="2000"/>
          </a:blip>
          <a:srcRect l="5856" t="-37" r="5400" b="645"/>
          <a:stretch/>
        </p:blipFill>
        <p:spPr>
          <a:xfrm>
            <a:off x="7579819" y="5559155"/>
            <a:ext cx="668215" cy="748400"/>
          </a:xfrm>
          <a:prstGeom prst="rect">
            <a:avLst/>
          </a:prstGeom>
        </p:spPr>
      </p:pic>
      <p:pic>
        <p:nvPicPr>
          <p:cNvPr id="44" name="Picture 43">
            <a:extLst>
              <a:ext uri="{FF2B5EF4-FFF2-40B4-BE49-F238E27FC236}">
                <a16:creationId xmlns:a16="http://schemas.microsoft.com/office/drawing/2014/main" id="{706E6339-0D84-1317-B40D-DA2F9B83EB70}"/>
              </a:ext>
            </a:extLst>
          </p:cNvPr>
          <p:cNvPicPr>
            <a:picLocks noChangeAspect="1"/>
          </p:cNvPicPr>
          <p:nvPr userDrawn="1"/>
        </p:nvPicPr>
        <p:blipFill>
          <a:blip r:embed="rId5">
            <a:alphaModFix amt="10000"/>
          </a:blip>
          <a:stretch>
            <a:fillRect/>
          </a:stretch>
        </p:blipFill>
        <p:spPr>
          <a:xfrm>
            <a:off x="7579819" y="4890940"/>
            <a:ext cx="695378" cy="668215"/>
          </a:xfrm>
          <a:prstGeom prst="rect">
            <a:avLst/>
          </a:prstGeom>
        </p:spPr>
      </p:pic>
      <p:pic>
        <p:nvPicPr>
          <p:cNvPr id="45" name="Picture 44">
            <a:extLst>
              <a:ext uri="{FF2B5EF4-FFF2-40B4-BE49-F238E27FC236}">
                <a16:creationId xmlns:a16="http://schemas.microsoft.com/office/drawing/2014/main" id="{D21242F3-9CC6-D7A1-14A4-D093F3028ABB}"/>
              </a:ext>
            </a:extLst>
          </p:cNvPr>
          <p:cNvPicPr>
            <a:picLocks noChangeAspect="1"/>
          </p:cNvPicPr>
          <p:nvPr userDrawn="1"/>
        </p:nvPicPr>
        <p:blipFill>
          <a:blip r:embed="rId5">
            <a:alphaModFix amt="2000"/>
          </a:blip>
          <a:stretch>
            <a:fillRect/>
          </a:stretch>
        </p:blipFill>
        <p:spPr>
          <a:xfrm>
            <a:off x="10090536" y="4797259"/>
            <a:ext cx="695378" cy="668215"/>
          </a:xfrm>
          <a:prstGeom prst="rect">
            <a:avLst/>
          </a:prstGeom>
        </p:spPr>
      </p:pic>
      <p:pic>
        <p:nvPicPr>
          <p:cNvPr id="46" name="Picture 45">
            <a:extLst>
              <a:ext uri="{FF2B5EF4-FFF2-40B4-BE49-F238E27FC236}">
                <a16:creationId xmlns:a16="http://schemas.microsoft.com/office/drawing/2014/main" id="{F3EB7419-EE33-3948-152B-79E03A20A6D8}"/>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100725" y="4129044"/>
            <a:ext cx="668215" cy="668215"/>
          </a:xfrm>
          <a:prstGeom prst="rect">
            <a:avLst/>
          </a:prstGeom>
        </p:spPr>
      </p:pic>
      <p:pic>
        <p:nvPicPr>
          <p:cNvPr id="47" name="Picture 46">
            <a:extLst>
              <a:ext uri="{FF2B5EF4-FFF2-40B4-BE49-F238E27FC236}">
                <a16:creationId xmlns:a16="http://schemas.microsoft.com/office/drawing/2014/main" id="{3948B754-0202-621D-03AC-38BC826549C7}"/>
              </a:ext>
            </a:extLst>
          </p:cNvPr>
          <p:cNvPicPr>
            <a:picLocks noChangeAspect="1"/>
          </p:cNvPicPr>
          <p:nvPr userDrawn="1"/>
        </p:nvPicPr>
        <p:blipFill>
          <a:blip r:embed="rId4">
            <a:alphaModFix amt="2000"/>
          </a:blip>
          <a:srcRect l="5856" t="-37" r="5400" b="645"/>
          <a:stretch/>
        </p:blipFill>
        <p:spPr>
          <a:xfrm>
            <a:off x="9412761" y="4804007"/>
            <a:ext cx="668215" cy="748400"/>
          </a:xfrm>
          <a:prstGeom prst="rect">
            <a:avLst/>
          </a:prstGeom>
        </p:spPr>
      </p:pic>
      <p:pic>
        <p:nvPicPr>
          <p:cNvPr id="48" name="Picture 47">
            <a:extLst>
              <a:ext uri="{FF2B5EF4-FFF2-40B4-BE49-F238E27FC236}">
                <a16:creationId xmlns:a16="http://schemas.microsoft.com/office/drawing/2014/main" id="{802D5A6C-08EB-D58F-A5EB-26A25A99B9A3}"/>
              </a:ext>
            </a:extLst>
          </p:cNvPr>
          <p:cNvPicPr>
            <a:picLocks noChangeAspect="1"/>
          </p:cNvPicPr>
          <p:nvPr userDrawn="1"/>
        </p:nvPicPr>
        <p:blipFill>
          <a:blip r:embed="rId5">
            <a:alphaModFix amt="2000"/>
          </a:blip>
          <a:stretch>
            <a:fillRect/>
          </a:stretch>
        </p:blipFill>
        <p:spPr>
          <a:xfrm>
            <a:off x="9412761" y="4135792"/>
            <a:ext cx="695378" cy="668215"/>
          </a:xfrm>
          <a:prstGeom prst="rect">
            <a:avLst/>
          </a:prstGeom>
        </p:spPr>
      </p:pic>
      <p:pic>
        <p:nvPicPr>
          <p:cNvPr id="49" name="Picture 48">
            <a:extLst>
              <a:ext uri="{FF2B5EF4-FFF2-40B4-BE49-F238E27FC236}">
                <a16:creationId xmlns:a16="http://schemas.microsoft.com/office/drawing/2014/main" id="{8ED4B5D9-4F4A-A547-D810-A798C56D779D}"/>
              </a:ext>
            </a:extLst>
          </p:cNvPr>
          <p:cNvPicPr>
            <a:picLocks noChangeAspect="1"/>
          </p:cNvPicPr>
          <p:nvPr userDrawn="1"/>
        </p:nvPicPr>
        <p:blipFill>
          <a:blip r:embed="rId4">
            <a:alphaModFix amt="2000"/>
          </a:blip>
          <a:srcRect l="5856" t="-37" r="5400" b="645"/>
          <a:stretch/>
        </p:blipFill>
        <p:spPr>
          <a:xfrm>
            <a:off x="11453448" y="5422233"/>
            <a:ext cx="668215" cy="748400"/>
          </a:xfrm>
          <a:prstGeom prst="rect">
            <a:avLst/>
          </a:prstGeom>
        </p:spPr>
      </p:pic>
      <p:pic>
        <p:nvPicPr>
          <p:cNvPr id="50" name="Picture 49">
            <a:extLst>
              <a:ext uri="{FF2B5EF4-FFF2-40B4-BE49-F238E27FC236}">
                <a16:creationId xmlns:a16="http://schemas.microsoft.com/office/drawing/2014/main" id="{22B2D95C-09C7-9982-CC31-B740BD1861D2}"/>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775725" y="5464107"/>
            <a:ext cx="668215" cy="668215"/>
          </a:xfrm>
          <a:prstGeom prst="rect">
            <a:avLst/>
          </a:prstGeom>
        </p:spPr>
      </p:pic>
      <p:pic>
        <p:nvPicPr>
          <p:cNvPr id="51" name="Picture 50">
            <a:extLst>
              <a:ext uri="{FF2B5EF4-FFF2-40B4-BE49-F238E27FC236}">
                <a16:creationId xmlns:a16="http://schemas.microsoft.com/office/drawing/2014/main" id="{77D4EE2D-3E1F-E3E0-A5EB-CC135FBFA28F}"/>
              </a:ext>
            </a:extLst>
          </p:cNvPr>
          <p:cNvPicPr>
            <a:picLocks noChangeAspect="1"/>
          </p:cNvPicPr>
          <p:nvPr userDrawn="1"/>
        </p:nvPicPr>
        <p:blipFill>
          <a:blip r:embed="rId4">
            <a:alphaModFix amt="2000"/>
          </a:blip>
          <a:srcRect l="5856" t="-37" r="5400" b="645"/>
          <a:stretch/>
        </p:blipFill>
        <p:spPr>
          <a:xfrm>
            <a:off x="10070787" y="5422233"/>
            <a:ext cx="668215" cy="748400"/>
          </a:xfrm>
          <a:prstGeom prst="rect">
            <a:avLst/>
          </a:prstGeom>
        </p:spPr>
      </p:pic>
      <p:pic>
        <p:nvPicPr>
          <p:cNvPr id="52" name="Picture 51">
            <a:extLst>
              <a:ext uri="{FF2B5EF4-FFF2-40B4-BE49-F238E27FC236}">
                <a16:creationId xmlns:a16="http://schemas.microsoft.com/office/drawing/2014/main" id="{DAE322F4-8B96-0955-923B-1D73EC1FDF44}"/>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9410038" y="5464107"/>
            <a:ext cx="668215" cy="668215"/>
          </a:xfrm>
          <a:prstGeom prst="rect">
            <a:avLst/>
          </a:prstGeom>
        </p:spPr>
      </p:pic>
      <p:pic>
        <p:nvPicPr>
          <p:cNvPr id="53" name="Picture 52">
            <a:extLst>
              <a:ext uri="{FF2B5EF4-FFF2-40B4-BE49-F238E27FC236}">
                <a16:creationId xmlns:a16="http://schemas.microsoft.com/office/drawing/2014/main" id="{2CDC80F0-CE0A-D94A-D86F-E1E14C6D6B10}"/>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1473826" y="6135046"/>
            <a:ext cx="668215" cy="668215"/>
          </a:xfrm>
          <a:prstGeom prst="rect">
            <a:avLst/>
          </a:prstGeom>
        </p:spPr>
      </p:pic>
      <p:pic>
        <p:nvPicPr>
          <p:cNvPr id="55" name="Picture 54">
            <a:extLst>
              <a:ext uri="{FF2B5EF4-FFF2-40B4-BE49-F238E27FC236}">
                <a16:creationId xmlns:a16="http://schemas.microsoft.com/office/drawing/2014/main" id="{7C070626-B45D-3DF6-82FE-726E1BCDB102}"/>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10100725" y="6135046"/>
            <a:ext cx="668215" cy="668215"/>
          </a:xfrm>
          <a:prstGeom prst="rect">
            <a:avLst/>
          </a:prstGeom>
        </p:spPr>
      </p:pic>
      <p:pic>
        <p:nvPicPr>
          <p:cNvPr id="56" name="Picture 55">
            <a:extLst>
              <a:ext uri="{FF2B5EF4-FFF2-40B4-BE49-F238E27FC236}">
                <a16:creationId xmlns:a16="http://schemas.microsoft.com/office/drawing/2014/main" id="{897A68D2-B178-1976-F1C8-A5CD9AF7BB67}"/>
              </a:ext>
            </a:extLst>
          </p:cNvPr>
          <p:cNvPicPr>
            <a:picLocks noChangeAspect="1"/>
          </p:cNvPicPr>
          <p:nvPr userDrawn="1"/>
        </p:nvPicPr>
        <p:blipFill>
          <a:blip r:embed="rId5">
            <a:alphaModFix amt="2000"/>
          </a:blip>
          <a:stretch>
            <a:fillRect/>
          </a:stretch>
        </p:blipFill>
        <p:spPr>
          <a:xfrm>
            <a:off x="9412761" y="6141794"/>
            <a:ext cx="695378" cy="668215"/>
          </a:xfrm>
          <a:prstGeom prst="rect">
            <a:avLst/>
          </a:prstGeom>
        </p:spPr>
      </p:pic>
      <p:pic>
        <p:nvPicPr>
          <p:cNvPr id="57" name="Picture 56">
            <a:extLst>
              <a:ext uri="{FF2B5EF4-FFF2-40B4-BE49-F238E27FC236}">
                <a16:creationId xmlns:a16="http://schemas.microsoft.com/office/drawing/2014/main" id="{1113156A-4625-4987-E766-DD4C637285E8}"/>
              </a:ext>
            </a:extLst>
          </p:cNvPr>
          <p:cNvPicPr>
            <a:picLocks noChangeAspect="1"/>
          </p:cNvPicPr>
          <p:nvPr userDrawn="1"/>
        </p:nvPicPr>
        <p:blipFill>
          <a:blip r:embed="rId4">
            <a:alphaModFix amt="2000"/>
          </a:blip>
          <a:srcRect l="5856" t="-37" r="5400" b="645"/>
          <a:stretch/>
        </p:blipFill>
        <p:spPr>
          <a:xfrm>
            <a:off x="8659898" y="5400418"/>
            <a:ext cx="668215" cy="748400"/>
          </a:xfrm>
          <a:prstGeom prst="rect">
            <a:avLst/>
          </a:prstGeom>
        </p:spPr>
      </p:pic>
      <p:pic>
        <p:nvPicPr>
          <p:cNvPr id="58" name="Picture 57">
            <a:extLst>
              <a:ext uri="{FF2B5EF4-FFF2-40B4-BE49-F238E27FC236}">
                <a16:creationId xmlns:a16="http://schemas.microsoft.com/office/drawing/2014/main" id="{45DEC82B-E4D5-FC0B-612B-C6779B237F24}"/>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7982175" y="5442292"/>
            <a:ext cx="668215" cy="668215"/>
          </a:xfrm>
          <a:prstGeom prst="rect">
            <a:avLst/>
          </a:prstGeom>
        </p:spPr>
      </p:pic>
      <p:pic>
        <p:nvPicPr>
          <p:cNvPr id="59" name="Picture 58">
            <a:extLst>
              <a:ext uri="{FF2B5EF4-FFF2-40B4-BE49-F238E27FC236}">
                <a16:creationId xmlns:a16="http://schemas.microsoft.com/office/drawing/2014/main" id="{3AE8D7BE-20D8-1275-B804-CDA8F23423E9}"/>
              </a:ext>
            </a:extLst>
          </p:cNvPr>
          <p:cNvPicPr>
            <a:picLocks noChangeAspect="1"/>
          </p:cNvPicPr>
          <p:nvPr userDrawn="1"/>
        </p:nvPicPr>
        <p:blipFill>
          <a:blip r:embed="rId4">
            <a:alphaModFix amt="2000"/>
          </a:blip>
          <a:srcRect l="5856" t="-37" r="5400" b="645"/>
          <a:stretch/>
        </p:blipFill>
        <p:spPr>
          <a:xfrm>
            <a:off x="7277237" y="5400418"/>
            <a:ext cx="668215" cy="748400"/>
          </a:xfrm>
          <a:prstGeom prst="rect">
            <a:avLst/>
          </a:prstGeom>
        </p:spPr>
      </p:pic>
      <p:pic>
        <p:nvPicPr>
          <p:cNvPr id="60" name="Picture 59">
            <a:extLst>
              <a:ext uri="{FF2B5EF4-FFF2-40B4-BE49-F238E27FC236}">
                <a16:creationId xmlns:a16="http://schemas.microsoft.com/office/drawing/2014/main" id="{5532EDA9-CDE7-DEAC-78C0-44E18DC52A33}"/>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6616488" y="5442292"/>
            <a:ext cx="668215" cy="668215"/>
          </a:xfrm>
          <a:prstGeom prst="rect">
            <a:avLst/>
          </a:prstGeom>
        </p:spPr>
      </p:pic>
      <p:pic>
        <p:nvPicPr>
          <p:cNvPr id="61" name="Picture 60">
            <a:extLst>
              <a:ext uri="{FF2B5EF4-FFF2-40B4-BE49-F238E27FC236}">
                <a16:creationId xmlns:a16="http://schemas.microsoft.com/office/drawing/2014/main" id="{8FF8F867-96E9-39B4-CEAA-502ED76AC1B4}"/>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8680276" y="6113231"/>
            <a:ext cx="668215" cy="668215"/>
          </a:xfrm>
          <a:prstGeom prst="rect">
            <a:avLst/>
          </a:prstGeom>
        </p:spPr>
      </p:pic>
      <p:pic>
        <p:nvPicPr>
          <p:cNvPr id="62" name="Picture 61">
            <a:extLst>
              <a:ext uri="{FF2B5EF4-FFF2-40B4-BE49-F238E27FC236}">
                <a16:creationId xmlns:a16="http://schemas.microsoft.com/office/drawing/2014/main" id="{22AA714B-D71D-D931-0FAF-E167FC759461}"/>
              </a:ext>
            </a:extLst>
          </p:cNvPr>
          <p:cNvPicPr>
            <a:picLocks noChangeAspect="1"/>
          </p:cNvPicPr>
          <p:nvPr userDrawn="1"/>
        </p:nvPicPr>
        <p:blipFill>
          <a:blip r:embed="rId5">
            <a:alphaModFix amt="2000"/>
          </a:blip>
          <a:stretch>
            <a:fillRect/>
          </a:stretch>
        </p:blipFill>
        <p:spPr>
          <a:xfrm>
            <a:off x="7984898" y="6119979"/>
            <a:ext cx="695378" cy="668215"/>
          </a:xfrm>
          <a:prstGeom prst="rect">
            <a:avLst/>
          </a:prstGeom>
        </p:spPr>
      </p:pic>
      <p:pic>
        <p:nvPicPr>
          <p:cNvPr id="63" name="Picture 62">
            <a:extLst>
              <a:ext uri="{FF2B5EF4-FFF2-40B4-BE49-F238E27FC236}">
                <a16:creationId xmlns:a16="http://schemas.microsoft.com/office/drawing/2014/main" id="{213CCCFF-8E5D-6824-43B7-E050BB45F74A}"/>
              </a:ext>
            </a:extLst>
          </p:cNvPr>
          <p:cNvPicPr>
            <a:picLocks noChangeAspect="1"/>
          </p:cNvPicPr>
          <p:nvPr userDrawn="1"/>
        </p:nvPicPr>
        <p:blipFill>
          <a:blip r:embed="rId6">
            <a:alphaModFix amt="2000"/>
            <a:extLst>
              <a:ext uri="{28A0092B-C50C-407E-A947-70E740481C1C}">
                <a14:useLocalDpi xmlns:a14="http://schemas.microsoft.com/office/drawing/2010/main" val="0"/>
              </a:ext>
            </a:extLst>
          </a:blip>
          <a:srcRect/>
          <a:stretch/>
        </p:blipFill>
        <p:spPr>
          <a:xfrm flipH="1">
            <a:off x="7307175" y="6113231"/>
            <a:ext cx="668215" cy="668215"/>
          </a:xfrm>
          <a:prstGeom prst="rect">
            <a:avLst/>
          </a:prstGeom>
        </p:spPr>
      </p:pic>
      <p:pic>
        <p:nvPicPr>
          <p:cNvPr id="64" name="Picture 63">
            <a:extLst>
              <a:ext uri="{FF2B5EF4-FFF2-40B4-BE49-F238E27FC236}">
                <a16:creationId xmlns:a16="http://schemas.microsoft.com/office/drawing/2014/main" id="{261EF1E3-C005-5E83-9E04-F131F2544E9C}"/>
              </a:ext>
            </a:extLst>
          </p:cNvPr>
          <p:cNvPicPr>
            <a:picLocks noChangeAspect="1"/>
          </p:cNvPicPr>
          <p:nvPr userDrawn="1"/>
        </p:nvPicPr>
        <p:blipFill>
          <a:blip r:embed="rId5">
            <a:alphaModFix amt="2000"/>
          </a:blip>
          <a:stretch>
            <a:fillRect/>
          </a:stretch>
        </p:blipFill>
        <p:spPr>
          <a:xfrm>
            <a:off x="6619211" y="6119979"/>
            <a:ext cx="695378" cy="668215"/>
          </a:xfrm>
          <a:prstGeom prst="rect">
            <a:avLst/>
          </a:prstGeom>
        </p:spPr>
      </p:pic>
      <p:sp>
        <p:nvSpPr>
          <p:cNvPr id="54" name="Google Shape;55;p13">
            <a:extLst>
              <a:ext uri="{FF2B5EF4-FFF2-40B4-BE49-F238E27FC236}">
                <a16:creationId xmlns:a16="http://schemas.microsoft.com/office/drawing/2014/main" id="{4305E396-6A81-7FC5-EA9D-7FF1879022A0}"/>
              </a:ext>
            </a:extLst>
          </p:cNvPr>
          <p:cNvSpPr txBox="1"/>
          <p:nvPr userDrawn="1"/>
        </p:nvSpPr>
        <p:spPr>
          <a:xfrm>
            <a:off x="354936" y="1525615"/>
            <a:ext cx="5879960" cy="1493706"/>
          </a:xfrm>
          <a:prstGeom prst="rect">
            <a:avLst/>
          </a:prstGeom>
          <a:solidFill>
            <a:schemeClr val="accent2">
              <a:alpha val="0"/>
            </a:schemeClr>
          </a:solidFill>
          <a:ln>
            <a:noFill/>
          </a:ln>
        </p:spPr>
        <p:txBody>
          <a:bodyPr spcFirstLastPara="1" wrap="square" lIns="121900" tIns="121900" rIns="121900" bIns="121900" anchor="t" anchorCtr="0">
            <a:noAutofit/>
          </a:bodyPr>
          <a:lstStyle/>
          <a:p>
            <a:r>
              <a:rPr lang="en" sz="6600" dirty="0">
                <a:solidFill>
                  <a:schemeClr val="accent2">
                    <a:lumMod val="75000"/>
                  </a:schemeClr>
                </a:solidFill>
                <a:latin typeface="Work Sans Medium" pitchFamily="2" charset="0"/>
                <a:ea typeface="Inter"/>
                <a:cs typeface="Inter"/>
                <a:sym typeface="Inter"/>
              </a:rPr>
              <a:t>THANK YOU!</a:t>
            </a:r>
            <a:endParaRPr sz="6600" dirty="0">
              <a:solidFill>
                <a:schemeClr val="accent2">
                  <a:lumMod val="75000"/>
                </a:schemeClr>
              </a:solidFill>
              <a:latin typeface="Work Sans Medium" pitchFamily="2" charset="0"/>
              <a:ea typeface="Inter"/>
              <a:cs typeface="Inter"/>
              <a:sym typeface="Inter"/>
            </a:endParaRPr>
          </a:p>
        </p:txBody>
      </p:sp>
      <p:sp>
        <p:nvSpPr>
          <p:cNvPr id="65" name="Google Shape;55;p13">
            <a:extLst>
              <a:ext uri="{FF2B5EF4-FFF2-40B4-BE49-F238E27FC236}">
                <a16:creationId xmlns:a16="http://schemas.microsoft.com/office/drawing/2014/main" id="{0F8FEE40-AC1C-A1A7-B249-971C303F4203}"/>
              </a:ext>
            </a:extLst>
          </p:cNvPr>
          <p:cNvSpPr txBox="1"/>
          <p:nvPr userDrawn="1"/>
        </p:nvSpPr>
        <p:spPr>
          <a:xfrm>
            <a:off x="498848" y="2742370"/>
            <a:ext cx="5473689" cy="964423"/>
          </a:xfrm>
          <a:prstGeom prst="rect">
            <a:avLst/>
          </a:prstGeom>
          <a:solidFill>
            <a:schemeClr val="accent2">
              <a:alpha val="36000"/>
            </a:schemeClr>
          </a:solidFill>
          <a:ln>
            <a:noFill/>
          </a:ln>
        </p:spPr>
        <p:txBody>
          <a:bodyPr spcFirstLastPara="1" wrap="square" lIns="121900" tIns="121900" rIns="121900" bIns="121900" anchor="t" anchorCtr="0">
            <a:noAutofit/>
          </a:bodyPr>
          <a:lstStyle/>
          <a:p>
            <a:r>
              <a:rPr lang="en-US" b="1" dirty="0">
                <a:solidFill>
                  <a:schemeClr val="bg1"/>
                </a:solidFill>
                <a:latin typeface="Arial" panose="020B0604020202020204" pitchFamily="34" charset="0"/>
                <a:cs typeface="Arial" panose="020B0604020202020204" pitchFamily="34" charset="0"/>
              </a:rPr>
              <a:t>“Every expert was once a beginner. Every </a:t>
            </a:r>
            <a:r>
              <a:rPr lang="en-US" b="1" dirty="0" err="1">
                <a:solidFill>
                  <a:schemeClr val="bg1"/>
                </a:solidFill>
                <a:latin typeface="Arial" panose="020B0604020202020204" pitchFamily="34" charset="0"/>
                <a:cs typeface="Arial" panose="020B0604020202020204" pitchFamily="34" charset="0"/>
              </a:rPr>
              <a:t>masteIDRiece</a:t>
            </a:r>
            <a:r>
              <a:rPr lang="en-US" b="1" dirty="0">
                <a:solidFill>
                  <a:schemeClr val="bg1"/>
                </a:solidFill>
                <a:latin typeface="Arial" panose="020B0604020202020204" pitchFamily="34" charset="0"/>
                <a:cs typeface="Arial" panose="020B0604020202020204" pitchFamily="34" charset="0"/>
              </a:rPr>
              <a:t> was once a disaster."</a:t>
            </a:r>
            <a:r>
              <a:rPr lang="en-US" dirty="0">
                <a:solidFill>
                  <a:schemeClr val="bg1"/>
                </a:solidFill>
                <a:latin typeface="Arial" panose="020B0604020202020204" pitchFamily="34" charset="0"/>
                <a:cs typeface="Arial" panose="020B0604020202020204" pitchFamily="34" charset="0"/>
              </a:rPr>
              <a:t> </a:t>
            </a:r>
          </a:p>
          <a:p>
            <a:r>
              <a:rPr lang="en-US" dirty="0">
                <a:solidFill>
                  <a:schemeClr val="bg1"/>
                </a:solidFill>
                <a:latin typeface="Arial" panose="020B0604020202020204" pitchFamily="34" charset="0"/>
                <a:cs typeface="Arial" panose="020B0604020202020204" pitchFamily="34" charset="0"/>
              </a:rPr>
              <a:t>— </a:t>
            </a:r>
            <a:r>
              <a:rPr lang="en-US" i="1" dirty="0">
                <a:solidFill>
                  <a:schemeClr val="bg1"/>
                </a:solidFill>
                <a:latin typeface="Arial" panose="020B0604020202020204" pitchFamily="34" charset="0"/>
                <a:cs typeface="Arial" panose="020B0604020202020204" pitchFamily="34" charset="0"/>
              </a:rPr>
              <a:t>T. Harv Eker</a:t>
            </a:r>
            <a:endParaRPr lang="en-US" dirty="0">
              <a:solidFill>
                <a:schemeClr val="bg1"/>
              </a:solidFill>
              <a:latin typeface="Arial" panose="020B0604020202020204" pitchFamily="34" charset="0"/>
              <a:ea typeface="Inter"/>
              <a:cs typeface="Arial" panose="020B0604020202020204" pitchFamily="34" charset="0"/>
              <a:sym typeface="Inter"/>
            </a:endParaRPr>
          </a:p>
        </p:txBody>
      </p:sp>
      <p:sp>
        <p:nvSpPr>
          <p:cNvPr id="66" name="Rectangle 65">
            <a:extLst>
              <a:ext uri="{FF2B5EF4-FFF2-40B4-BE49-F238E27FC236}">
                <a16:creationId xmlns:a16="http://schemas.microsoft.com/office/drawing/2014/main" id="{4F822B97-258A-07F5-51F7-F324F0B1B6F9}"/>
              </a:ext>
            </a:extLst>
          </p:cNvPr>
          <p:cNvSpPr/>
          <p:nvPr userDrawn="1"/>
        </p:nvSpPr>
        <p:spPr>
          <a:xfrm>
            <a:off x="498848" y="3819598"/>
            <a:ext cx="6280101" cy="13610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bg1"/>
                </a:solidFill>
                <a:latin typeface="Arial" panose="020B0604020202020204" pitchFamily="34" charset="0"/>
                <a:cs typeface="Arial" panose="020B0604020202020204" pitchFamily="34" charset="0"/>
              </a:rPr>
              <a:t>Prepared by: </a:t>
            </a:r>
          </a:p>
          <a:p>
            <a:r>
              <a:rPr lang="en-US" sz="1200" dirty="0">
                <a:solidFill>
                  <a:schemeClr val="bg1"/>
                </a:solidFill>
                <a:latin typeface="Arial" panose="020B0604020202020204" pitchFamily="34" charset="0"/>
                <a:cs typeface="Arial" panose="020B0604020202020204" pitchFamily="34" charset="0"/>
              </a:rPr>
              <a:t>Yusa Wijaya – Marketing Associate</a:t>
            </a:r>
          </a:p>
          <a:p>
            <a:r>
              <a:rPr lang="en-US" sz="1200" dirty="0">
                <a:solidFill>
                  <a:schemeClr val="bg1"/>
                </a:solidFill>
                <a:latin typeface="Arial" panose="020B0604020202020204" pitchFamily="34" charset="0"/>
                <a:cs typeface="Arial" panose="020B0604020202020204" pitchFamily="34" charset="0"/>
              </a:rPr>
              <a:t>Department of Strategic Marketing 3</a:t>
            </a:r>
          </a:p>
          <a:p>
            <a:r>
              <a:rPr lang="en-ID" sz="1200" dirty="0">
                <a:solidFill>
                  <a:schemeClr val="bg1"/>
                </a:solidFill>
                <a:latin typeface="Arial" panose="020B0604020202020204" pitchFamily="34" charset="0"/>
                <a:ea typeface="Source Sans Pro" panose="020B0503030403020204" pitchFamily="34" charset="0"/>
                <a:cs typeface="Arial" panose="020B0604020202020204" pitchFamily="34" charset="0"/>
              </a:rPr>
              <a:t>Marketing Unit &amp; Strategic Division</a:t>
            </a:r>
          </a:p>
          <a:p>
            <a:r>
              <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PT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Triatra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a:t>
            </a:r>
            <a:r>
              <a:rPr lang="en-US" sz="1200" b="1" dirty="0" err="1">
                <a:solidFill>
                  <a:schemeClr val="bg1"/>
                </a:solidFill>
                <a:latin typeface="Arial" panose="020B0604020202020204" pitchFamily="34" charset="0"/>
                <a:ea typeface="Source Sans Pro" panose="020B0503030403020204" pitchFamily="34" charset="0"/>
                <a:cs typeface="Arial" panose="020B0604020202020204" pitchFamily="34" charset="0"/>
              </a:rPr>
              <a:t>Sinergia</a:t>
            </a:r>
            <a:r>
              <a:rPr lang="en-US" sz="1200" b="1" dirty="0">
                <a:solidFill>
                  <a:schemeClr val="bg1"/>
                </a:solidFill>
                <a:latin typeface="Arial" panose="020B0604020202020204" pitchFamily="34" charset="0"/>
                <a:ea typeface="Source Sans Pro" panose="020B0503030403020204" pitchFamily="34" charset="0"/>
                <a:cs typeface="Arial" panose="020B0604020202020204" pitchFamily="34" charset="0"/>
              </a:rPr>
              <a:t> Pratama, a Subsidiary of PT United Tractors Pandu Engineering</a:t>
            </a:r>
            <a:endParaRPr lang="en-ID" sz="1200" b="1" dirty="0">
              <a:solidFill>
                <a:schemeClr val="bg1"/>
              </a:solidFill>
              <a:latin typeface="Arial" panose="020B0604020202020204" pitchFamily="34" charset="0"/>
              <a:ea typeface="Source Sans Pro" panose="020B0503030403020204" pitchFamily="34" charset="0"/>
              <a:cs typeface="Arial" panose="020B0604020202020204" pitchFamily="34" charset="0"/>
            </a:endParaRPr>
          </a:p>
        </p:txBody>
      </p:sp>
      <p:pic>
        <p:nvPicPr>
          <p:cNvPr id="67" name="Google Shape;76;p15" title="LOGO PRIMER - Putih Orange  Putih.png">
            <a:extLst>
              <a:ext uri="{FF2B5EF4-FFF2-40B4-BE49-F238E27FC236}">
                <a16:creationId xmlns:a16="http://schemas.microsoft.com/office/drawing/2014/main" id="{7336D4BF-F370-62C6-08B6-9DAED6F381F2}"/>
              </a:ext>
            </a:extLst>
          </p:cNvPr>
          <p:cNvPicPr preferRelativeResize="0"/>
          <p:nvPr userDrawn="1"/>
        </p:nvPicPr>
        <p:blipFill rotWithShape="1">
          <a:blip r:embed="rId7">
            <a:alphaModFix/>
          </a:blip>
          <a:srcRect/>
          <a:stretch/>
        </p:blipFill>
        <p:spPr>
          <a:xfrm>
            <a:off x="498848" y="260942"/>
            <a:ext cx="1441109" cy="598815"/>
          </a:xfrm>
          <a:prstGeom prst="rect">
            <a:avLst/>
          </a:prstGeom>
          <a:noFill/>
          <a:ln>
            <a:noFill/>
          </a:ln>
        </p:spPr>
      </p:pic>
    </p:spTree>
    <p:extLst>
      <p:ext uri="{BB962C8B-B14F-4D97-AF65-F5344CB8AC3E}">
        <p14:creationId xmlns:p14="http://schemas.microsoft.com/office/powerpoint/2010/main" val="28848364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110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57207D-A280-A159-45C2-DF1959FF43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C8135350-58A2-F698-E7C5-5E03BDA158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E1DB8A16-5EC3-C556-47FE-E87174C224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275B1F-65BF-4A91-9238-A64B1360CC1C}" type="datetimeFigureOut">
              <a:rPr lang="en-ID" smtClean="0"/>
              <a:t>13/10/2026</a:t>
            </a:fld>
            <a:endParaRPr lang="en-ID"/>
          </a:p>
        </p:txBody>
      </p:sp>
      <p:sp>
        <p:nvSpPr>
          <p:cNvPr id="5" name="Footer Placeholder 4">
            <a:extLst>
              <a:ext uri="{FF2B5EF4-FFF2-40B4-BE49-F238E27FC236}">
                <a16:creationId xmlns:a16="http://schemas.microsoft.com/office/drawing/2014/main" id="{376B03C6-F7A6-9519-1180-8BE8A2C7BE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4CCD86D0-E462-26D0-B65B-1CB425B90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77BE13-1DEC-41B6-835D-DA8EC58D29C1}" type="slidenum">
              <a:rPr lang="en-ID" smtClean="0"/>
              <a:t>‹#›</a:t>
            </a:fld>
            <a:endParaRPr lang="en-ID"/>
          </a:p>
        </p:txBody>
      </p:sp>
    </p:spTree>
    <p:extLst>
      <p:ext uri="{BB962C8B-B14F-4D97-AF65-F5344CB8AC3E}">
        <p14:creationId xmlns:p14="http://schemas.microsoft.com/office/powerpoint/2010/main" val="1165922003"/>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7" r:id="rId3"/>
    <p:sldLayoutId id="2147483664" r:id="rId4"/>
    <p:sldLayoutId id="2147483676" r:id="rId5"/>
    <p:sldLayoutId id="2147483665" r:id="rId6"/>
    <p:sldLayoutId id="2147483668" r:id="rId7"/>
    <p:sldLayoutId id="2147483670" r:id="rId8"/>
    <p:sldLayoutId id="2147483672" r:id="rId9"/>
    <p:sldLayoutId id="2147483673" r:id="rId10"/>
    <p:sldLayoutId id="2147483674"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07164-87EC-2E33-C7D4-28AF2AA744B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CA19176-0092-BB3D-95E8-D51D0F71C5DC}"/>
              </a:ext>
            </a:extLst>
          </p:cNvPr>
          <p:cNvSpPr/>
          <p:nvPr/>
        </p:nvSpPr>
        <p:spPr>
          <a:xfrm>
            <a:off x="274130" y="1688966"/>
            <a:ext cx="5821870" cy="1175680"/>
          </a:xfrm>
          <a:prstGeom prst="round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E55200"/>
                </a:solidFill>
                <a:latin typeface="Arial"/>
                <a:cs typeface="Arial"/>
              </a:rPr>
              <a:t>[TITLE]</a:t>
            </a:r>
            <a:endParaRPr kumimoji="0" lang="en-US" sz="3200" b="1" i="0" u="none" strike="noStrike" kern="1200" cap="none" spc="0" normalizeH="0" baseline="0" noProof="0" dirty="0">
              <a:ln>
                <a:noFill/>
              </a:ln>
              <a:solidFill>
                <a:srgbClr val="E55200"/>
              </a:solidFill>
              <a:effectLst/>
              <a:uLnTx/>
              <a:uFillTx/>
              <a:latin typeface="Arial"/>
              <a:ea typeface="+mn-ea"/>
              <a:cs typeface="Arial"/>
            </a:endParaRPr>
          </a:p>
        </p:txBody>
      </p:sp>
      <p:sp>
        <p:nvSpPr>
          <p:cNvPr id="5" name="TextBox 4">
            <a:extLst>
              <a:ext uri="{FF2B5EF4-FFF2-40B4-BE49-F238E27FC236}">
                <a16:creationId xmlns:a16="http://schemas.microsoft.com/office/drawing/2014/main" id="{8CC42363-84C6-464C-5A12-993B22CCC38B}"/>
              </a:ext>
            </a:extLst>
          </p:cNvPr>
          <p:cNvSpPr txBox="1"/>
          <p:nvPr/>
        </p:nvSpPr>
        <p:spPr>
          <a:xfrm>
            <a:off x="331492" y="3505241"/>
            <a:ext cx="4559300" cy="272415"/>
          </a:xfrm>
          <a:prstGeom prst="round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E55200"/>
                </a:solidFill>
                <a:effectLst/>
                <a:uLnTx/>
                <a:uFillTx/>
                <a:latin typeface="Arial" panose="020B0604020202020204" pitchFamily="34" charset="0"/>
                <a:ea typeface="Inter"/>
                <a:cs typeface="Arial" panose="020B0604020202020204" pitchFamily="34" charset="0"/>
                <a:sym typeface="Inter"/>
              </a:rPr>
              <a:t>Strictly Confidential</a:t>
            </a:r>
          </a:p>
        </p:txBody>
      </p:sp>
      <p:sp>
        <p:nvSpPr>
          <p:cNvPr id="7" name="TextBox 6">
            <a:extLst>
              <a:ext uri="{FF2B5EF4-FFF2-40B4-BE49-F238E27FC236}">
                <a16:creationId xmlns:a16="http://schemas.microsoft.com/office/drawing/2014/main" id="{0271A734-B325-E93B-34C6-BA914E69F195}"/>
              </a:ext>
            </a:extLst>
          </p:cNvPr>
          <p:cNvSpPr txBox="1"/>
          <p:nvPr/>
        </p:nvSpPr>
        <p:spPr>
          <a:xfrm>
            <a:off x="310643" y="6258932"/>
            <a:ext cx="5075549" cy="4154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The information contained in these documents is confidential, privileged and only for the information of the intended recipient and may not be used, published or redistributed without the prior written consent of PT </a:t>
            </a:r>
            <a:r>
              <a:rPr kumimoji="0" lang="en-US"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Triatra</a:t>
            </a:r>
            <a:r>
              <a:rPr kumimoji="0" lang="en-US"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a:t>
            </a:r>
            <a:r>
              <a:rPr kumimoji="0" lang="en-US"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Sinergia</a:t>
            </a:r>
            <a:r>
              <a:rPr kumimoji="0" lang="en-US"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Pratama.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D"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2026 PT </a:t>
            </a:r>
            <a:r>
              <a:rPr kumimoji="0" lang="en-ID"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Triatra</a:t>
            </a:r>
            <a:r>
              <a:rPr kumimoji="0" lang="en-ID"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a:t>
            </a:r>
            <a:r>
              <a:rPr kumimoji="0" lang="en-ID" sz="700" b="0" i="0" u="none" strike="noStrike" kern="1200" cap="none" spc="0" normalizeH="0" baseline="0" noProof="0" dirty="0" err="1">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Sinergia</a:t>
            </a:r>
            <a:r>
              <a:rPr kumimoji="0" lang="en-ID" sz="700" b="0" i="0" u="none" strike="noStrike" kern="1200" cap="none" spc="0" normalizeH="0" baseline="0" noProof="0" dirty="0">
                <a:ln>
                  <a:noFill/>
                </a:ln>
                <a:solidFill>
                  <a:prstClr val="black">
                    <a:lumMod val="50000"/>
                    <a:lumOff val="50000"/>
                  </a:prstClr>
                </a:solidFill>
                <a:effectLst/>
                <a:uLnTx/>
                <a:uFillTx/>
                <a:latin typeface="Arial" panose="020B0604020202020204" pitchFamily="34" charset="0"/>
                <a:ea typeface="+mn-ea"/>
                <a:cs typeface="Arial" panose="020B0604020202020204" pitchFamily="34" charset="0"/>
              </a:rPr>
              <a:t> Pratama. All Rights Reserved.</a:t>
            </a:r>
          </a:p>
        </p:txBody>
      </p:sp>
      <p:sp>
        <p:nvSpPr>
          <p:cNvPr id="26" name="Shape 3">
            <a:extLst>
              <a:ext uri="{FF2B5EF4-FFF2-40B4-BE49-F238E27FC236}">
                <a16:creationId xmlns:a16="http://schemas.microsoft.com/office/drawing/2014/main" id="{DADEF842-D4A7-DB36-0E5F-29B8220AF659}"/>
              </a:ext>
            </a:extLst>
          </p:cNvPr>
          <p:cNvSpPr/>
          <p:nvPr/>
        </p:nvSpPr>
        <p:spPr>
          <a:xfrm>
            <a:off x="441453" y="3385968"/>
            <a:ext cx="822960" cy="45720"/>
          </a:xfrm>
          <a:prstGeom prst="rect">
            <a:avLst/>
          </a:prstGeom>
          <a:solidFill>
            <a:schemeClr val="accent2"/>
          </a:solidFill>
          <a:ln w="1270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TextBox 27">
            <a:extLst>
              <a:ext uri="{FF2B5EF4-FFF2-40B4-BE49-F238E27FC236}">
                <a16:creationId xmlns:a16="http://schemas.microsoft.com/office/drawing/2014/main" id="{6313F337-5B93-EB7D-162C-E34B0F1074FB}"/>
              </a:ext>
            </a:extLst>
          </p:cNvPr>
          <p:cNvSpPr txBox="1"/>
          <p:nvPr/>
        </p:nvSpPr>
        <p:spPr>
          <a:xfrm>
            <a:off x="351212" y="4850775"/>
            <a:ext cx="4519859" cy="369332"/>
          </a:xfrm>
          <a:prstGeom prst="roundRect">
            <a:avLst>
              <a:gd name="adj" fmla="val 0"/>
            </a:avLst>
          </a:prstGeom>
          <a:solidFill>
            <a:schemeClr val="accent2">
              <a:lumMod val="20000"/>
              <a:lumOff val="80000"/>
              <a:alpha val="3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Prepared for: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[xxx]</a:t>
            </a:r>
          </a:p>
        </p:txBody>
      </p:sp>
      <p:sp>
        <p:nvSpPr>
          <p:cNvPr id="31" name="TextBox 30">
            <a:extLst>
              <a:ext uri="{FF2B5EF4-FFF2-40B4-BE49-F238E27FC236}">
                <a16:creationId xmlns:a16="http://schemas.microsoft.com/office/drawing/2014/main" id="{2190F49F-CB8E-2101-41A9-753BFA7B4674}"/>
              </a:ext>
            </a:extLst>
          </p:cNvPr>
          <p:cNvSpPr txBox="1"/>
          <p:nvPr/>
        </p:nvSpPr>
        <p:spPr>
          <a:xfrm>
            <a:off x="345881" y="5474073"/>
            <a:ext cx="5725067" cy="222625"/>
          </a:xfrm>
          <a:prstGeom prst="rect">
            <a:avLst/>
          </a:prstGeom>
          <a:noFill/>
        </p:spPr>
        <p:txBody>
          <a:bodyPr wrap="square">
            <a:spAutoFit/>
          </a:bodyPr>
          <a:lstStyle/>
          <a:p>
            <a:pPr marL="0" marR="0" lvl="0" indent="0" algn="l" defTabSz="914400" rtl="0" eaLnBrk="1" fontAlgn="auto" latinLnBrk="0" hangingPunct="1">
              <a:lnSpc>
                <a:spcPts val="960"/>
              </a:lnSpc>
              <a:spcBef>
                <a:spcPts val="0"/>
              </a:spcBef>
              <a:spcAft>
                <a:spcPts val="0"/>
              </a:spcAft>
              <a:buClrTx/>
              <a:buSzTx/>
              <a:buFontTx/>
              <a:buNone/>
              <a:tabLst/>
              <a:defRPr/>
            </a:pPr>
            <a:r>
              <a:rPr kumimoji="0" lang="en-US" sz="10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PT </a:t>
            </a:r>
            <a:r>
              <a:rPr kumimoji="0" lang="en-US" sz="1000" b="1" i="0" u="none" strike="noStrike" kern="1200" cap="none" spc="0" normalizeH="0" baseline="0" noProof="0" err="1">
                <a:ln>
                  <a:noFill/>
                </a:ln>
                <a:solidFill>
                  <a:srgbClr val="E55200"/>
                </a:solidFill>
                <a:effectLst/>
                <a:uLnTx/>
                <a:uFillTx/>
                <a:latin typeface="Arial" pitchFamily="34" charset="0"/>
                <a:ea typeface="Arial" pitchFamily="34" charset="-122"/>
                <a:cs typeface="Arial" pitchFamily="34" charset="-120"/>
              </a:rPr>
              <a:t>Triatra</a:t>
            </a:r>
            <a:r>
              <a:rPr kumimoji="0" lang="en-US" sz="10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 </a:t>
            </a:r>
            <a:r>
              <a:rPr kumimoji="0" lang="en-US" sz="1000" b="1" i="0" u="none" strike="noStrike" kern="1200" cap="none" spc="0" normalizeH="0" baseline="0" noProof="0" err="1">
                <a:ln>
                  <a:noFill/>
                </a:ln>
                <a:solidFill>
                  <a:srgbClr val="E55200"/>
                </a:solidFill>
                <a:effectLst/>
                <a:uLnTx/>
                <a:uFillTx/>
                <a:latin typeface="Arial" pitchFamily="34" charset="0"/>
                <a:ea typeface="Arial" pitchFamily="34" charset="-122"/>
                <a:cs typeface="Arial" pitchFamily="34" charset="-120"/>
              </a:rPr>
              <a:t>Sinergia</a:t>
            </a:r>
            <a:r>
              <a:rPr kumimoji="0" lang="en-US" sz="10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 Pratama, a subsidiary of United Tractors Pandu Engineering</a:t>
            </a:r>
            <a:endParaRPr kumimoji="0" lang="en-US" sz="1000" b="1" i="0" u="none" strike="noStrike" kern="1200" cap="none" spc="0" normalizeH="0" baseline="0" noProof="0">
              <a:ln>
                <a:noFill/>
              </a:ln>
              <a:solidFill>
                <a:srgbClr val="E55200"/>
              </a:solidFill>
              <a:effectLst/>
              <a:uLnTx/>
              <a:uFillTx/>
              <a:latin typeface="Aptos" panose="02110004020202020204"/>
              <a:ea typeface="+mn-ea"/>
              <a:cs typeface="+mn-cs"/>
            </a:endParaRPr>
          </a:p>
        </p:txBody>
      </p:sp>
      <p:sp>
        <p:nvSpPr>
          <p:cNvPr id="32" name="Shape 10">
            <a:extLst>
              <a:ext uri="{FF2B5EF4-FFF2-40B4-BE49-F238E27FC236}">
                <a16:creationId xmlns:a16="http://schemas.microsoft.com/office/drawing/2014/main" id="{40BAF280-1098-9968-276D-8AAA565BD919}"/>
              </a:ext>
            </a:extLst>
          </p:cNvPr>
          <p:cNvSpPr/>
          <p:nvPr/>
        </p:nvSpPr>
        <p:spPr>
          <a:xfrm>
            <a:off x="403207" y="5822037"/>
            <a:ext cx="4770146" cy="0"/>
          </a:xfrm>
          <a:prstGeom prst="line">
            <a:avLst/>
          </a:prstGeom>
          <a:noFill/>
          <a:ln w="11430">
            <a:solidFill>
              <a:srgbClr val="E6D9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 name="Text 14">
            <a:extLst>
              <a:ext uri="{FF2B5EF4-FFF2-40B4-BE49-F238E27FC236}">
                <a16:creationId xmlns:a16="http://schemas.microsoft.com/office/drawing/2014/main" id="{67D9B156-A816-8AEB-E38E-7ED9C2C3849D}"/>
              </a:ext>
            </a:extLst>
          </p:cNvPr>
          <p:cNvSpPr/>
          <p:nvPr/>
        </p:nvSpPr>
        <p:spPr>
          <a:xfrm>
            <a:off x="6132513" y="5504132"/>
            <a:ext cx="3840480" cy="822960"/>
          </a:xfrm>
          <a:prstGeom prst="rect">
            <a:avLst/>
          </a:prstGeom>
          <a:noFill/>
          <a:ln/>
        </p:spPr>
        <p:txBody>
          <a:bodyPr wrap="square" lIns="0" tIns="0" rIns="0" bIns="0" rtlCol="0" anchor="b"/>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700" b="1" i="1"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Total Solution</a:t>
            </a:r>
            <a:endParaRPr kumimoji="0" lang="en-US" sz="1700" b="0" i="0" u="none" strike="noStrike" kern="1200" cap="none" spc="0" normalizeH="0" baseline="0" noProof="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700" b="1" i="1" u="none" strike="noStrike" kern="1200" cap="none" spc="0" normalizeH="0" baseline="0" noProof="0">
                <a:ln>
                  <a:noFill/>
                </a:ln>
                <a:solidFill>
                  <a:srgbClr val="FFFFFF"/>
                </a:solidFill>
                <a:effectLst/>
                <a:uLnTx/>
                <a:uFillTx/>
                <a:latin typeface="Arial" pitchFamily="34" charset="0"/>
                <a:ea typeface="Arial" pitchFamily="34" charset="-122"/>
                <a:cs typeface="Arial" pitchFamily="34" charset="-120"/>
              </a:rPr>
              <a:t>for Your Productivity</a:t>
            </a:r>
            <a:endParaRPr kumimoji="0" lang="en-US" sz="17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38" name="Picture 37">
            <a:extLst>
              <a:ext uri="{FF2B5EF4-FFF2-40B4-BE49-F238E27FC236}">
                <a16:creationId xmlns:a16="http://schemas.microsoft.com/office/drawing/2014/main" id="{B4D497E5-E39B-2A38-BD9E-44441F5C33E9}"/>
              </a:ext>
            </a:extLst>
          </p:cNvPr>
          <p:cNvPicPr>
            <a:picLocks noChangeAspect="1"/>
          </p:cNvPicPr>
          <p:nvPr/>
        </p:nvPicPr>
        <p:blipFill>
          <a:blip r:embed="rId3"/>
          <a:stretch>
            <a:fillRect/>
          </a:stretch>
        </p:blipFill>
        <p:spPr>
          <a:xfrm>
            <a:off x="441453" y="344966"/>
            <a:ext cx="918990" cy="518880"/>
          </a:xfrm>
          <a:prstGeom prst="rect">
            <a:avLst/>
          </a:prstGeom>
        </p:spPr>
      </p:pic>
      <p:pic>
        <p:nvPicPr>
          <p:cNvPr id="6" name="Picture 5">
            <a:extLst>
              <a:ext uri="{FF2B5EF4-FFF2-40B4-BE49-F238E27FC236}">
                <a16:creationId xmlns:a16="http://schemas.microsoft.com/office/drawing/2014/main" id="{8F488CE8-51D3-7A7D-80F1-12CBBAC19D4B}"/>
              </a:ext>
            </a:extLst>
          </p:cNvPr>
          <p:cNvPicPr>
            <a:picLocks noChangeAspect="1"/>
          </p:cNvPicPr>
          <p:nvPr/>
        </p:nvPicPr>
        <p:blipFill>
          <a:blip r:embed="rId4"/>
          <a:stretch>
            <a:fillRect/>
          </a:stretch>
        </p:blipFill>
        <p:spPr>
          <a:xfrm>
            <a:off x="4010122" y="385763"/>
            <a:ext cx="1376070" cy="405311"/>
          </a:xfrm>
          <a:prstGeom prst="rect">
            <a:avLst/>
          </a:prstGeom>
        </p:spPr>
      </p:pic>
      <p:sp>
        <p:nvSpPr>
          <p:cNvPr id="8" name="TextBox 7">
            <a:extLst>
              <a:ext uri="{FF2B5EF4-FFF2-40B4-BE49-F238E27FC236}">
                <a16:creationId xmlns:a16="http://schemas.microsoft.com/office/drawing/2014/main" id="{52DD8D62-A6B3-E9A2-76FC-A5E8BF29D2F9}"/>
              </a:ext>
            </a:extLst>
          </p:cNvPr>
          <p:cNvSpPr txBox="1"/>
          <p:nvPr/>
        </p:nvSpPr>
        <p:spPr>
          <a:xfrm>
            <a:off x="310643" y="5842765"/>
            <a:ext cx="4559300" cy="374571"/>
          </a:xfrm>
          <a:prstGeom prst="round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[date]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panose="020B0604020202020204" pitchFamily="34" charset="0"/>
                <a:ea typeface="Inter"/>
                <a:cs typeface="Arial" panose="020B0604020202020204" pitchFamily="34" charset="0"/>
                <a:sym typeface="Inter"/>
              </a:rPr>
              <a:t>File version: 06.10.2026</a:t>
            </a:r>
          </a:p>
        </p:txBody>
      </p:sp>
      <p:pic>
        <p:nvPicPr>
          <p:cNvPr id="2" name="Picture 1">
            <a:extLst>
              <a:ext uri="{FF2B5EF4-FFF2-40B4-BE49-F238E27FC236}">
                <a16:creationId xmlns:a16="http://schemas.microsoft.com/office/drawing/2014/main" id="{189E212E-348D-5DCD-2173-FE2BEAB4A778}"/>
              </a:ext>
            </a:extLst>
          </p:cNvPr>
          <p:cNvPicPr>
            <a:picLocks noChangeAspect="1"/>
          </p:cNvPicPr>
          <p:nvPr/>
        </p:nvPicPr>
        <p:blipFill>
          <a:blip r:embed="rId5"/>
          <a:stretch>
            <a:fillRect/>
          </a:stretch>
        </p:blipFill>
        <p:spPr>
          <a:xfrm>
            <a:off x="2741388" y="435215"/>
            <a:ext cx="1135803" cy="243453"/>
          </a:xfrm>
          <a:prstGeom prst="rect">
            <a:avLst/>
          </a:prstGeom>
        </p:spPr>
      </p:pic>
    </p:spTree>
    <p:extLst>
      <p:ext uri="{BB962C8B-B14F-4D97-AF65-F5344CB8AC3E}">
        <p14:creationId xmlns:p14="http://schemas.microsoft.com/office/powerpoint/2010/main" val="1017000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0.1</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3" name="TextBox 2"/>
          <p:cNvSpPr txBox="1"/>
          <p:nvPr/>
        </p:nvSpPr>
        <p:spPr>
          <a:xfrm>
            <a:off x="896112" y="170211"/>
            <a:ext cx="930859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200" b="1" i="0" u="none" strike="noStrike" kern="1200" cap="none" spc="0" normalizeH="0" baseline="0" noProof="0" dirty="0">
                <a:ln>
                  <a:noFill/>
                </a:ln>
                <a:solidFill>
                  <a:srgbClr val="E55200"/>
                </a:solidFill>
                <a:effectLst/>
                <a:uLnTx/>
                <a:uFillTx/>
                <a:latin typeface="Arial"/>
                <a:ea typeface="+mn-ea"/>
                <a:cs typeface="+mn-cs"/>
              </a:rPr>
              <a:t>STYLE GUIDE — HIDDEN SLIDE, NOT PRESENTED</a:t>
            </a:r>
          </a:p>
        </p:txBody>
      </p:sp>
      <p:sp>
        <p:nvSpPr>
          <p:cNvPr id="4" name="TextBox 3"/>
          <p:cNvSpPr txBox="1"/>
          <p:nvPr/>
        </p:nvSpPr>
        <p:spPr>
          <a:xfrm>
            <a:off x="896112" y="407955"/>
            <a:ext cx="996696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400" b="1" i="0" u="none" strike="noStrike" kern="1200" cap="none" spc="0" normalizeH="0" baseline="0" noProof="0">
                <a:ln>
                  <a:noFill/>
                </a:ln>
                <a:solidFill>
                  <a:srgbClr val="26262A"/>
                </a:solidFill>
                <a:effectLst/>
                <a:uLnTx/>
                <a:uFillTx/>
                <a:latin typeface="Arial"/>
                <a:ea typeface="+mn-ea"/>
                <a:cs typeface="+mn-cs"/>
              </a:rPr>
              <a:t>Colour palette and shapes used in this deck — copy from here when building new slides</a:t>
            </a:r>
          </a:p>
        </p:txBody>
      </p:sp>
      <p:sp>
        <p:nvSpPr>
          <p:cNvPr id="5" name="TextBox 4"/>
          <p:cNvSpPr txBox="1"/>
          <p:nvPr/>
        </p:nvSpPr>
        <p:spPr>
          <a:xfrm>
            <a:off x="566928" y="932688"/>
            <a:ext cx="1105509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1 · COLOUR PALETTE</a:t>
            </a:r>
          </a:p>
        </p:txBody>
      </p:sp>
      <p:sp>
        <p:nvSpPr>
          <p:cNvPr id="6" name="Rectangle 5"/>
          <p:cNvSpPr/>
          <p:nvPr/>
        </p:nvSpPr>
        <p:spPr>
          <a:xfrm>
            <a:off x="566928" y="1152144"/>
            <a:ext cx="1105509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p:cNvSpPr/>
          <p:nvPr/>
        </p:nvSpPr>
        <p:spPr>
          <a:xfrm>
            <a:off x="566928" y="1261872"/>
            <a:ext cx="905256" cy="329184"/>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p:cNvSpPr txBox="1"/>
          <p:nvPr/>
        </p:nvSpPr>
        <p:spPr>
          <a:xfrm>
            <a:off x="566928"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Brown</a:t>
            </a:r>
          </a:p>
        </p:txBody>
      </p:sp>
      <p:sp>
        <p:nvSpPr>
          <p:cNvPr id="9" name="TextBox 8"/>
          <p:cNvSpPr txBox="1"/>
          <p:nvPr/>
        </p:nvSpPr>
        <p:spPr>
          <a:xfrm>
            <a:off x="566928"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80350E</a:t>
            </a:r>
          </a:p>
        </p:txBody>
      </p:sp>
      <p:sp>
        <p:nvSpPr>
          <p:cNvPr id="10" name="TextBox 9"/>
          <p:cNvSpPr txBox="1"/>
          <p:nvPr/>
        </p:nvSpPr>
        <p:spPr>
          <a:xfrm>
            <a:off x="566928"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Key takeaway, number tag, NPD bar</a:t>
            </a:r>
          </a:p>
        </p:txBody>
      </p:sp>
      <p:sp>
        <p:nvSpPr>
          <p:cNvPr id="11" name="Rectangle 10"/>
          <p:cNvSpPr/>
          <p:nvPr/>
        </p:nvSpPr>
        <p:spPr>
          <a:xfrm>
            <a:off x="1581912" y="1261872"/>
            <a:ext cx="905256" cy="329184"/>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TextBox 11"/>
          <p:cNvSpPr txBox="1"/>
          <p:nvPr/>
        </p:nvSpPr>
        <p:spPr>
          <a:xfrm>
            <a:off x="1581912"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Orange</a:t>
            </a:r>
          </a:p>
        </p:txBody>
      </p:sp>
      <p:sp>
        <p:nvSpPr>
          <p:cNvPr id="13" name="TextBox 12"/>
          <p:cNvSpPr txBox="1"/>
          <p:nvPr/>
        </p:nvSpPr>
        <p:spPr>
          <a:xfrm>
            <a:off x="1581912"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E55200</a:t>
            </a:r>
          </a:p>
        </p:txBody>
      </p:sp>
      <p:sp>
        <p:nvSpPr>
          <p:cNvPr id="14" name="TextBox 13"/>
          <p:cNvSpPr txBox="1"/>
          <p:nvPr/>
        </p:nvSpPr>
        <p:spPr>
          <a:xfrm>
            <a:off x="1581912"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Section label, key number, risk</a:t>
            </a:r>
          </a:p>
        </p:txBody>
      </p:sp>
      <p:sp>
        <p:nvSpPr>
          <p:cNvPr id="15" name="Rectangle 14"/>
          <p:cNvSpPr/>
          <p:nvPr/>
        </p:nvSpPr>
        <p:spPr>
          <a:xfrm>
            <a:off x="2596896" y="1261872"/>
            <a:ext cx="905256" cy="329184"/>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2596896"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Sand</a:t>
            </a:r>
          </a:p>
        </p:txBody>
      </p:sp>
      <p:sp>
        <p:nvSpPr>
          <p:cNvPr id="17" name="TextBox 16"/>
          <p:cNvSpPr txBox="1"/>
          <p:nvPr/>
        </p:nvSpPr>
        <p:spPr>
          <a:xfrm>
            <a:off x="2596896"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A35F35</a:t>
            </a:r>
          </a:p>
        </p:txBody>
      </p:sp>
      <p:sp>
        <p:nvSpPr>
          <p:cNvPr id="18" name="TextBox 17"/>
          <p:cNvSpPr txBox="1"/>
          <p:nvPr/>
        </p:nvSpPr>
        <p:spPr>
          <a:xfrm>
            <a:off x="2596896"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Trial bar, ask / decision box</a:t>
            </a:r>
          </a:p>
        </p:txBody>
      </p:sp>
      <p:sp>
        <p:nvSpPr>
          <p:cNvPr id="19" name="Rectangle 18"/>
          <p:cNvSpPr/>
          <p:nvPr/>
        </p:nvSpPr>
        <p:spPr>
          <a:xfrm>
            <a:off x="3611880" y="1261872"/>
            <a:ext cx="905256" cy="329184"/>
          </a:xfrm>
          <a:prstGeom prst="rect">
            <a:avLst/>
          </a:prstGeom>
          <a:solidFill>
            <a:srgbClr val="F0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TextBox 19"/>
          <p:cNvSpPr txBox="1"/>
          <p:nvPr/>
        </p:nvSpPr>
        <p:spPr>
          <a:xfrm>
            <a:off x="3611880"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Peach</a:t>
            </a:r>
          </a:p>
        </p:txBody>
      </p:sp>
      <p:sp>
        <p:nvSpPr>
          <p:cNvPr id="21" name="TextBox 20"/>
          <p:cNvSpPr txBox="1"/>
          <p:nvPr/>
        </p:nvSpPr>
        <p:spPr>
          <a:xfrm>
            <a:off x="3611880"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F0A878</a:t>
            </a:r>
          </a:p>
        </p:txBody>
      </p:sp>
      <p:sp>
        <p:nvSpPr>
          <p:cNvPr id="22" name="TextBox 21"/>
          <p:cNvSpPr txBox="1"/>
          <p:nvPr/>
        </p:nvSpPr>
        <p:spPr>
          <a:xfrm>
            <a:off x="3611880"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NPI bar, label on dark box</a:t>
            </a:r>
          </a:p>
        </p:txBody>
      </p:sp>
      <p:sp>
        <p:nvSpPr>
          <p:cNvPr id="23" name="Rectangle 22"/>
          <p:cNvSpPr/>
          <p:nvPr/>
        </p:nvSpPr>
        <p:spPr>
          <a:xfrm>
            <a:off x="4626864" y="1261872"/>
            <a:ext cx="905256" cy="329184"/>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TextBox 23"/>
          <p:cNvSpPr txBox="1"/>
          <p:nvPr/>
        </p:nvSpPr>
        <p:spPr>
          <a:xfrm>
            <a:off x="4626864"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Grey</a:t>
            </a:r>
          </a:p>
        </p:txBody>
      </p:sp>
      <p:sp>
        <p:nvSpPr>
          <p:cNvPr id="25" name="TextBox 24"/>
          <p:cNvSpPr txBox="1"/>
          <p:nvPr/>
        </p:nvSpPr>
        <p:spPr>
          <a:xfrm>
            <a:off x="4626864"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B8BEC4</a:t>
            </a:r>
          </a:p>
        </p:txBody>
      </p:sp>
      <p:sp>
        <p:nvSpPr>
          <p:cNvPr id="26" name="TextBox 25"/>
          <p:cNvSpPr txBox="1"/>
          <p:nvPr/>
        </p:nvSpPr>
        <p:spPr>
          <a:xfrm>
            <a:off x="4626864"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Commercial bar, not started</a:t>
            </a:r>
          </a:p>
        </p:txBody>
      </p:sp>
      <p:sp>
        <p:nvSpPr>
          <p:cNvPr id="27" name="Rectangle 26"/>
          <p:cNvSpPr/>
          <p:nvPr/>
        </p:nvSpPr>
        <p:spPr>
          <a:xfrm>
            <a:off x="5641848" y="1261872"/>
            <a:ext cx="905256" cy="329184"/>
          </a:xfrm>
          <a:prstGeom prst="rect">
            <a:avLst/>
          </a:prstGeom>
          <a:solidFill>
            <a:srgbClr val="6E7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8" name="TextBox 27"/>
          <p:cNvSpPr txBox="1"/>
          <p:nvPr/>
        </p:nvSpPr>
        <p:spPr>
          <a:xfrm>
            <a:off x="5641848"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Muted</a:t>
            </a:r>
          </a:p>
        </p:txBody>
      </p:sp>
      <p:sp>
        <p:nvSpPr>
          <p:cNvPr id="29" name="TextBox 28"/>
          <p:cNvSpPr txBox="1"/>
          <p:nvPr/>
        </p:nvSpPr>
        <p:spPr>
          <a:xfrm>
            <a:off x="5641848"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6E7B84</a:t>
            </a:r>
          </a:p>
        </p:txBody>
      </p:sp>
      <p:sp>
        <p:nvSpPr>
          <p:cNvPr id="30" name="TextBox 29"/>
          <p:cNvSpPr txBox="1"/>
          <p:nvPr/>
        </p:nvSpPr>
        <p:spPr>
          <a:xfrm>
            <a:off x="5641848"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Sub-label, source, header</a:t>
            </a:r>
          </a:p>
        </p:txBody>
      </p:sp>
      <p:sp>
        <p:nvSpPr>
          <p:cNvPr id="31" name="Rectangle 30"/>
          <p:cNvSpPr/>
          <p:nvPr/>
        </p:nvSpPr>
        <p:spPr>
          <a:xfrm>
            <a:off x="6656832" y="1261872"/>
            <a:ext cx="905256" cy="329184"/>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TextBox 31"/>
          <p:cNvSpPr txBox="1"/>
          <p:nvPr/>
        </p:nvSpPr>
        <p:spPr>
          <a:xfrm>
            <a:off x="6656832"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Ink</a:t>
            </a:r>
          </a:p>
        </p:txBody>
      </p:sp>
      <p:sp>
        <p:nvSpPr>
          <p:cNvPr id="33" name="TextBox 32"/>
          <p:cNvSpPr txBox="1"/>
          <p:nvPr/>
        </p:nvSpPr>
        <p:spPr>
          <a:xfrm>
            <a:off x="6656832"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26262A</a:t>
            </a:r>
          </a:p>
        </p:txBody>
      </p:sp>
      <p:sp>
        <p:nvSpPr>
          <p:cNvPr id="34" name="TextBox 33"/>
          <p:cNvSpPr txBox="1"/>
          <p:nvPr/>
        </p:nvSpPr>
        <p:spPr>
          <a:xfrm>
            <a:off x="6656832"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Title and body text</a:t>
            </a:r>
          </a:p>
        </p:txBody>
      </p:sp>
      <p:sp>
        <p:nvSpPr>
          <p:cNvPr id="35" name="Rectangle 34"/>
          <p:cNvSpPr/>
          <p:nvPr/>
        </p:nvSpPr>
        <p:spPr>
          <a:xfrm>
            <a:off x="7671816" y="1261872"/>
            <a:ext cx="905256" cy="329184"/>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TextBox 35"/>
          <p:cNvSpPr txBox="1"/>
          <p:nvPr/>
        </p:nvSpPr>
        <p:spPr>
          <a:xfrm>
            <a:off x="7671816"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Wash</a:t>
            </a:r>
          </a:p>
        </p:txBody>
      </p:sp>
      <p:sp>
        <p:nvSpPr>
          <p:cNvPr id="37" name="TextBox 36"/>
          <p:cNvSpPr txBox="1"/>
          <p:nvPr/>
        </p:nvSpPr>
        <p:spPr>
          <a:xfrm>
            <a:off x="7671816"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F7F8FA</a:t>
            </a:r>
          </a:p>
        </p:txBody>
      </p:sp>
      <p:sp>
        <p:nvSpPr>
          <p:cNvPr id="38" name="TextBox 37"/>
          <p:cNvSpPr txBox="1"/>
          <p:nvPr/>
        </p:nvSpPr>
        <p:spPr>
          <a:xfrm>
            <a:off x="7671816"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Card and key number fill</a:t>
            </a:r>
          </a:p>
        </p:txBody>
      </p:sp>
      <p:sp>
        <p:nvSpPr>
          <p:cNvPr id="39" name="Rectangle 38"/>
          <p:cNvSpPr/>
          <p:nvPr/>
        </p:nvSpPr>
        <p:spPr>
          <a:xfrm>
            <a:off x="8686800" y="1261872"/>
            <a:ext cx="905256" cy="329184"/>
          </a:xfrm>
          <a:prstGeom prst="rect">
            <a:avLst/>
          </a:prstGeom>
          <a:solidFill>
            <a:srgbClr val="C9D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TextBox 39"/>
          <p:cNvSpPr txBox="1"/>
          <p:nvPr/>
        </p:nvSpPr>
        <p:spPr>
          <a:xfrm>
            <a:off x="8686800"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Border</a:t>
            </a:r>
          </a:p>
        </p:txBody>
      </p:sp>
      <p:sp>
        <p:nvSpPr>
          <p:cNvPr id="41" name="TextBox 40"/>
          <p:cNvSpPr txBox="1"/>
          <p:nvPr/>
        </p:nvSpPr>
        <p:spPr>
          <a:xfrm>
            <a:off x="8686800"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C9D0D7</a:t>
            </a:r>
          </a:p>
        </p:txBody>
      </p:sp>
      <p:sp>
        <p:nvSpPr>
          <p:cNvPr id="42" name="TextBox 41"/>
          <p:cNvSpPr txBox="1"/>
          <p:nvPr/>
        </p:nvSpPr>
        <p:spPr>
          <a:xfrm>
            <a:off x="8686800"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Card outline</a:t>
            </a:r>
          </a:p>
        </p:txBody>
      </p:sp>
      <p:sp>
        <p:nvSpPr>
          <p:cNvPr id="43" name="Rectangle 42"/>
          <p:cNvSpPr/>
          <p:nvPr/>
        </p:nvSpPr>
        <p:spPr>
          <a:xfrm>
            <a:off x="9701784" y="1261872"/>
            <a:ext cx="905256" cy="329184"/>
          </a:xfrm>
          <a:prstGeom prst="rect">
            <a:avLst/>
          </a:prstGeom>
          <a:solidFill>
            <a:srgbClr val="E4E8EB"/>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4" name="TextBox 43"/>
          <p:cNvSpPr txBox="1"/>
          <p:nvPr/>
        </p:nvSpPr>
        <p:spPr>
          <a:xfrm>
            <a:off x="9701784"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Rule</a:t>
            </a:r>
          </a:p>
        </p:txBody>
      </p:sp>
      <p:sp>
        <p:nvSpPr>
          <p:cNvPr id="45" name="TextBox 44"/>
          <p:cNvSpPr txBox="1"/>
          <p:nvPr/>
        </p:nvSpPr>
        <p:spPr>
          <a:xfrm>
            <a:off x="9701784"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E4E8EB</a:t>
            </a:r>
          </a:p>
        </p:txBody>
      </p:sp>
      <p:sp>
        <p:nvSpPr>
          <p:cNvPr id="46" name="TextBox 45"/>
          <p:cNvSpPr txBox="1"/>
          <p:nvPr/>
        </p:nvSpPr>
        <p:spPr>
          <a:xfrm>
            <a:off x="9701784"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Hairline under row / kicker</a:t>
            </a:r>
          </a:p>
        </p:txBody>
      </p:sp>
      <p:sp>
        <p:nvSpPr>
          <p:cNvPr id="47" name="Rectangle 46"/>
          <p:cNvSpPr/>
          <p:nvPr/>
        </p:nvSpPr>
        <p:spPr>
          <a:xfrm>
            <a:off x="10716768" y="1261872"/>
            <a:ext cx="905256" cy="329184"/>
          </a:xfrm>
          <a:prstGeom prst="rect">
            <a:avLst/>
          </a:prstGeom>
          <a:solidFill>
            <a:srgbClr val="FDEEE4"/>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8" name="TextBox 47"/>
          <p:cNvSpPr txBox="1"/>
          <p:nvPr/>
        </p:nvSpPr>
        <p:spPr>
          <a:xfrm>
            <a:off x="10716768" y="1645920"/>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26262A"/>
                </a:solidFill>
                <a:effectLst/>
                <a:uLnTx/>
                <a:uFillTx/>
                <a:latin typeface="Arial"/>
                <a:ea typeface="+mn-ea"/>
                <a:cs typeface="+mn-cs"/>
              </a:rPr>
              <a:t>Tint</a:t>
            </a:r>
          </a:p>
        </p:txBody>
      </p:sp>
      <p:sp>
        <p:nvSpPr>
          <p:cNvPr id="49" name="TextBox 48"/>
          <p:cNvSpPr txBox="1"/>
          <p:nvPr/>
        </p:nvSpPr>
        <p:spPr>
          <a:xfrm>
            <a:off x="10716768" y="1810512"/>
            <a:ext cx="90525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FDEEE4</a:t>
            </a:r>
          </a:p>
        </p:txBody>
      </p:sp>
      <p:sp>
        <p:nvSpPr>
          <p:cNvPr id="50" name="TextBox 49"/>
          <p:cNvSpPr txBox="1"/>
          <p:nvPr/>
        </p:nvSpPr>
        <p:spPr>
          <a:xfrm>
            <a:off x="10716768" y="1975104"/>
            <a:ext cx="90525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Note / context box</a:t>
            </a:r>
          </a:p>
        </p:txBody>
      </p:sp>
      <p:sp>
        <p:nvSpPr>
          <p:cNvPr id="51" name="TextBox 50"/>
          <p:cNvSpPr txBox="1"/>
          <p:nvPr/>
        </p:nvSpPr>
        <p:spPr>
          <a:xfrm>
            <a:off x="566928" y="2487168"/>
            <a:ext cx="1105509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2 · BOXES — BOX AND ROUNDED VERSIONS</a:t>
            </a:r>
          </a:p>
        </p:txBody>
      </p:sp>
      <p:sp>
        <p:nvSpPr>
          <p:cNvPr id="52" name="Rectangle 51"/>
          <p:cNvSpPr/>
          <p:nvPr/>
        </p:nvSpPr>
        <p:spPr>
          <a:xfrm>
            <a:off x="566928" y="2706624"/>
            <a:ext cx="1105509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3" name="TextBox 52"/>
          <p:cNvSpPr txBox="1"/>
          <p:nvPr/>
        </p:nvSpPr>
        <p:spPr>
          <a:xfrm>
            <a:off x="1344168"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KEY NUMBER</a:t>
            </a:r>
          </a:p>
        </p:txBody>
      </p:sp>
      <p:sp>
        <p:nvSpPr>
          <p:cNvPr id="54" name="TextBox 53"/>
          <p:cNvSpPr txBox="1"/>
          <p:nvPr/>
        </p:nvSpPr>
        <p:spPr>
          <a:xfrm>
            <a:off x="3087624"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CONTENT CARD</a:t>
            </a:r>
          </a:p>
        </p:txBody>
      </p:sp>
      <p:sp>
        <p:nvSpPr>
          <p:cNvPr id="55" name="TextBox 54"/>
          <p:cNvSpPr txBox="1"/>
          <p:nvPr/>
        </p:nvSpPr>
        <p:spPr>
          <a:xfrm>
            <a:off x="4831080"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KEY TAKEAWAY</a:t>
            </a:r>
          </a:p>
        </p:txBody>
      </p:sp>
      <p:sp>
        <p:nvSpPr>
          <p:cNvPr id="56" name="TextBox 55"/>
          <p:cNvSpPr txBox="1"/>
          <p:nvPr/>
        </p:nvSpPr>
        <p:spPr>
          <a:xfrm>
            <a:off x="6574536"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ATTENTION / RISK</a:t>
            </a:r>
          </a:p>
        </p:txBody>
      </p:sp>
      <p:sp>
        <p:nvSpPr>
          <p:cNvPr id="57" name="TextBox 56"/>
          <p:cNvSpPr txBox="1"/>
          <p:nvPr/>
        </p:nvSpPr>
        <p:spPr>
          <a:xfrm>
            <a:off x="8317992"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ASK / DECISION</a:t>
            </a:r>
          </a:p>
        </p:txBody>
      </p:sp>
      <p:sp>
        <p:nvSpPr>
          <p:cNvPr id="58" name="TextBox 57"/>
          <p:cNvSpPr txBox="1"/>
          <p:nvPr/>
        </p:nvSpPr>
        <p:spPr>
          <a:xfrm>
            <a:off x="10061448" y="2779776"/>
            <a:ext cx="15605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6E7B84"/>
                </a:solidFill>
                <a:effectLst/>
                <a:uLnTx/>
                <a:uFillTx/>
                <a:latin typeface="Arial"/>
                <a:ea typeface="+mn-ea"/>
                <a:cs typeface="+mn-cs"/>
              </a:rPr>
              <a:t>NOTE / CONTEXT</a:t>
            </a:r>
          </a:p>
        </p:txBody>
      </p:sp>
      <p:sp>
        <p:nvSpPr>
          <p:cNvPr id="59" name="TextBox 58"/>
          <p:cNvSpPr txBox="1"/>
          <p:nvPr/>
        </p:nvSpPr>
        <p:spPr>
          <a:xfrm>
            <a:off x="566928" y="3328415"/>
            <a:ext cx="7772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BOX</a:t>
            </a:r>
          </a:p>
        </p:txBody>
      </p:sp>
      <p:sp>
        <p:nvSpPr>
          <p:cNvPr id="60" name="Rectangle 59"/>
          <p:cNvSpPr/>
          <p:nvPr/>
        </p:nvSpPr>
        <p:spPr>
          <a:xfrm>
            <a:off x="1344168" y="3017520"/>
            <a:ext cx="1560576" cy="804672"/>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TextBox 60"/>
          <p:cNvSpPr txBox="1"/>
          <p:nvPr/>
        </p:nvSpPr>
        <p:spPr>
          <a:xfrm>
            <a:off x="1472184" y="3127248"/>
            <a:ext cx="1331976" cy="32918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2000" b="1" i="0" u="none" strike="noStrike" kern="1200" cap="none" spc="0" normalizeH="0" baseline="0" noProof="0">
                <a:ln>
                  <a:noFill/>
                </a:ln>
                <a:solidFill>
                  <a:srgbClr val="E55200"/>
                </a:solidFill>
                <a:effectLst/>
                <a:uLnTx/>
                <a:uFillTx/>
                <a:latin typeface="Arial"/>
                <a:ea typeface="+mn-ea"/>
                <a:cs typeface="+mn-cs"/>
              </a:rPr>
              <a:t>2 of 3</a:t>
            </a:r>
          </a:p>
        </p:txBody>
      </p:sp>
      <p:sp>
        <p:nvSpPr>
          <p:cNvPr id="62" name="TextBox 61"/>
          <p:cNvSpPr txBox="1"/>
          <p:nvPr/>
        </p:nvSpPr>
        <p:spPr>
          <a:xfrm>
            <a:off x="1472184" y="3547872"/>
            <a:ext cx="133197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1A1A1A"/>
                </a:solidFill>
                <a:effectLst/>
                <a:uLnTx/>
                <a:uFillTx/>
                <a:latin typeface="Arial"/>
                <a:ea typeface="+mn-ea"/>
                <a:cs typeface="+mn-cs"/>
              </a:rPr>
              <a:t>One short label</a:t>
            </a:r>
          </a:p>
        </p:txBody>
      </p:sp>
      <p:sp>
        <p:nvSpPr>
          <p:cNvPr id="63" name="Rectangle 62"/>
          <p:cNvSpPr/>
          <p:nvPr/>
        </p:nvSpPr>
        <p:spPr>
          <a:xfrm>
            <a:off x="3087624" y="3017520"/>
            <a:ext cx="1560576" cy="804672"/>
          </a:xfrm>
          <a:prstGeom prst="rect">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4" name="TextBox 63"/>
          <p:cNvSpPr txBox="1"/>
          <p:nvPr/>
        </p:nvSpPr>
        <p:spPr>
          <a:xfrm>
            <a:off x="3215640" y="3127248"/>
            <a:ext cx="1331976"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80350E"/>
                </a:solidFill>
                <a:effectLst/>
                <a:uLnTx/>
                <a:uFillTx/>
                <a:latin typeface="Arial"/>
                <a:ea typeface="+mn-ea"/>
                <a:cs typeface="+mn-cs"/>
              </a:rPr>
              <a:t>Card title</a:t>
            </a:r>
          </a:p>
        </p:txBody>
      </p:sp>
      <p:sp>
        <p:nvSpPr>
          <p:cNvPr id="65" name="TextBox 64"/>
          <p:cNvSpPr txBox="1"/>
          <p:nvPr/>
        </p:nvSpPr>
        <p:spPr>
          <a:xfrm>
            <a:off x="3215640" y="3364991"/>
            <a:ext cx="133197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Supporting detail, two lines max</a:t>
            </a:r>
          </a:p>
        </p:txBody>
      </p:sp>
      <p:sp>
        <p:nvSpPr>
          <p:cNvPr id="66" name="Rectangle 65"/>
          <p:cNvSpPr/>
          <p:nvPr/>
        </p:nvSpPr>
        <p:spPr>
          <a:xfrm>
            <a:off x="4831080" y="3017520"/>
            <a:ext cx="1560576" cy="804672"/>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7" name="TextBox 66"/>
          <p:cNvSpPr txBox="1"/>
          <p:nvPr/>
        </p:nvSpPr>
        <p:spPr>
          <a:xfrm>
            <a:off x="4959096"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0A878"/>
                </a:solidFill>
                <a:effectLst/>
                <a:uLnTx/>
                <a:uFillTx/>
                <a:latin typeface="Arial"/>
                <a:ea typeface="+mn-ea"/>
                <a:cs typeface="+mn-cs"/>
              </a:rPr>
              <a:t>KEY TAKEAWAY</a:t>
            </a:r>
          </a:p>
        </p:txBody>
      </p:sp>
      <p:sp>
        <p:nvSpPr>
          <p:cNvPr id="68" name="TextBox 67"/>
          <p:cNvSpPr txBox="1"/>
          <p:nvPr/>
        </p:nvSpPr>
        <p:spPr>
          <a:xfrm>
            <a:off x="4959096"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The one point the GMC must remember</a:t>
            </a:r>
          </a:p>
        </p:txBody>
      </p:sp>
      <p:sp>
        <p:nvSpPr>
          <p:cNvPr id="69" name="Rectangle 68"/>
          <p:cNvSpPr/>
          <p:nvPr/>
        </p:nvSpPr>
        <p:spPr>
          <a:xfrm>
            <a:off x="6574536" y="3017520"/>
            <a:ext cx="1560576" cy="804672"/>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0" name="TextBox 69"/>
          <p:cNvSpPr txBox="1"/>
          <p:nvPr/>
        </p:nvSpPr>
        <p:spPr>
          <a:xfrm>
            <a:off x="6702552"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ATTENTION</a:t>
            </a:r>
          </a:p>
        </p:txBody>
      </p:sp>
      <p:sp>
        <p:nvSpPr>
          <p:cNvPr id="71" name="TextBox 70"/>
          <p:cNvSpPr txBox="1"/>
          <p:nvPr/>
        </p:nvSpPr>
        <p:spPr>
          <a:xfrm>
            <a:off x="6702552"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Risk, slip or issue to flag</a:t>
            </a:r>
          </a:p>
        </p:txBody>
      </p:sp>
      <p:sp>
        <p:nvSpPr>
          <p:cNvPr id="72" name="Rectangle 71"/>
          <p:cNvSpPr/>
          <p:nvPr/>
        </p:nvSpPr>
        <p:spPr>
          <a:xfrm>
            <a:off x="8317992" y="3017520"/>
            <a:ext cx="1560576" cy="804672"/>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3" name="TextBox 72"/>
          <p:cNvSpPr txBox="1"/>
          <p:nvPr/>
        </p:nvSpPr>
        <p:spPr>
          <a:xfrm>
            <a:off x="8446008"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ASK</a:t>
            </a:r>
          </a:p>
        </p:txBody>
      </p:sp>
      <p:sp>
        <p:nvSpPr>
          <p:cNvPr id="74" name="TextBox 73"/>
          <p:cNvSpPr txBox="1"/>
          <p:nvPr/>
        </p:nvSpPr>
        <p:spPr>
          <a:xfrm>
            <a:off x="8446008"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Support or decision requested</a:t>
            </a:r>
          </a:p>
        </p:txBody>
      </p:sp>
      <p:sp>
        <p:nvSpPr>
          <p:cNvPr id="75" name="Rectangle 74"/>
          <p:cNvSpPr/>
          <p:nvPr/>
        </p:nvSpPr>
        <p:spPr>
          <a:xfrm>
            <a:off x="10061448" y="3017520"/>
            <a:ext cx="1560576" cy="804672"/>
          </a:xfrm>
          <a:prstGeom prst="rect">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6" name="TextBox 75"/>
          <p:cNvSpPr txBox="1"/>
          <p:nvPr/>
        </p:nvSpPr>
        <p:spPr>
          <a:xfrm>
            <a:off x="10189464" y="312724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E55200"/>
                </a:solidFill>
                <a:effectLst/>
                <a:uLnTx/>
                <a:uFillTx/>
                <a:latin typeface="Arial"/>
                <a:ea typeface="+mn-ea"/>
                <a:cs typeface="+mn-cs"/>
              </a:rPr>
              <a:t>NOTE</a:t>
            </a:r>
          </a:p>
        </p:txBody>
      </p:sp>
      <p:sp>
        <p:nvSpPr>
          <p:cNvPr id="77" name="TextBox 76"/>
          <p:cNvSpPr txBox="1"/>
          <p:nvPr/>
        </p:nvSpPr>
        <p:spPr>
          <a:xfrm>
            <a:off x="10189464" y="3346703"/>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26262A"/>
                </a:solidFill>
                <a:effectLst/>
                <a:uLnTx/>
                <a:uFillTx/>
                <a:latin typeface="Arial"/>
                <a:ea typeface="+mn-ea"/>
                <a:cs typeface="+mn-cs"/>
              </a:rPr>
              <a:t>Context, assumption or caveat</a:t>
            </a:r>
          </a:p>
        </p:txBody>
      </p:sp>
      <p:sp>
        <p:nvSpPr>
          <p:cNvPr id="78" name="TextBox 77"/>
          <p:cNvSpPr txBox="1"/>
          <p:nvPr/>
        </p:nvSpPr>
        <p:spPr>
          <a:xfrm>
            <a:off x="566928" y="4288536"/>
            <a:ext cx="7772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ROUNDED</a:t>
            </a:r>
          </a:p>
        </p:txBody>
      </p:sp>
      <p:sp>
        <p:nvSpPr>
          <p:cNvPr id="79" name="Rounded Rectangle 78"/>
          <p:cNvSpPr/>
          <p:nvPr/>
        </p:nvSpPr>
        <p:spPr>
          <a:xfrm>
            <a:off x="1344168" y="3977639"/>
            <a:ext cx="1560576" cy="804672"/>
          </a:xfrm>
          <a:prstGeom prst="roundRect">
            <a:avLst>
              <a:gd name="adj" fmla="val 10000"/>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TextBox 79"/>
          <p:cNvSpPr txBox="1"/>
          <p:nvPr/>
        </p:nvSpPr>
        <p:spPr>
          <a:xfrm>
            <a:off x="1472184" y="4087368"/>
            <a:ext cx="1331976" cy="32918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2000" b="1" i="0" u="none" strike="noStrike" kern="1200" cap="none" spc="0" normalizeH="0" baseline="0" noProof="0">
                <a:ln>
                  <a:noFill/>
                </a:ln>
                <a:solidFill>
                  <a:srgbClr val="E55200"/>
                </a:solidFill>
                <a:effectLst/>
                <a:uLnTx/>
                <a:uFillTx/>
                <a:latin typeface="Arial"/>
                <a:ea typeface="+mn-ea"/>
                <a:cs typeface="+mn-cs"/>
              </a:rPr>
              <a:t>2 of 3</a:t>
            </a:r>
          </a:p>
        </p:txBody>
      </p:sp>
      <p:sp>
        <p:nvSpPr>
          <p:cNvPr id="81" name="TextBox 80"/>
          <p:cNvSpPr txBox="1"/>
          <p:nvPr/>
        </p:nvSpPr>
        <p:spPr>
          <a:xfrm>
            <a:off x="1472184" y="4507992"/>
            <a:ext cx="133197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1A1A1A"/>
                </a:solidFill>
                <a:effectLst/>
                <a:uLnTx/>
                <a:uFillTx/>
                <a:latin typeface="Arial"/>
                <a:ea typeface="+mn-ea"/>
                <a:cs typeface="+mn-cs"/>
              </a:rPr>
              <a:t>One short label</a:t>
            </a:r>
          </a:p>
        </p:txBody>
      </p:sp>
      <p:sp>
        <p:nvSpPr>
          <p:cNvPr id="82" name="Rounded Rectangle 81"/>
          <p:cNvSpPr/>
          <p:nvPr/>
        </p:nvSpPr>
        <p:spPr>
          <a:xfrm>
            <a:off x="3087624" y="3977639"/>
            <a:ext cx="1560576" cy="804672"/>
          </a:xfrm>
          <a:prstGeom prst="roundRect">
            <a:avLst>
              <a:gd name="adj" fmla="val 10000"/>
            </a:avLst>
          </a:prstGeom>
          <a:solidFill>
            <a:srgbClr val="F7F8FA"/>
          </a:solidFill>
          <a:ln w="9525">
            <a:solidFill>
              <a:srgbClr val="C9D0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3" name="TextBox 82"/>
          <p:cNvSpPr txBox="1"/>
          <p:nvPr/>
        </p:nvSpPr>
        <p:spPr>
          <a:xfrm>
            <a:off x="3215640" y="4087368"/>
            <a:ext cx="1331976" cy="20116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80350E"/>
                </a:solidFill>
                <a:effectLst/>
                <a:uLnTx/>
                <a:uFillTx/>
                <a:latin typeface="Arial"/>
                <a:ea typeface="+mn-ea"/>
                <a:cs typeface="+mn-cs"/>
              </a:rPr>
              <a:t>Card title</a:t>
            </a:r>
          </a:p>
        </p:txBody>
      </p:sp>
      <p:sp>
        <p:nvSpPr>
          <p:cNvPr id="84" name="TextBox 83"/>
          <p:cNvSpPr txBox="1"/>
          <p:nvPr/>
        </p:nvSpPr>
        <p:spPr>
          <a:xfrm>
            <a:off x="3215640" y="4325112"/>
            <a:ext cx="1331976" cy="3657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Supporting detail, two lines max</a:t>
            </a:r>
          </a:p>
        </p:txBody>
      </p:sp>
      <p:sp>
        <p:nvSpPr>
          <p:cNvPr id="85" name="Rounded Rectangle 84"/>
          <p:cNvSpPr/>
          <p:nvPr/>
        </p:nvSpPr>
        <p:spPr>
          <a:xfrm>
            <a:off x="4831080" y="3977639"/>
            <a:ext cx="1560576" cy="804672"/>
          </a:xfrm>
          <a:prstGeom prst="roundRect">
            <a:avLst>
              <a:gd name="adj" fmla="val 1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6" name="TextBox 85"/>
          <p:cNvSpPr txBox="1"/>
          <p:nvPr/>
        </p:nvSpPr>
        <p:spPr>
          <a:xfrm>
            <a:off x="4959096"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0A878"/>
                </a:solidFill>
                <a:effectLst/>
                <a:uLnTx/>
                <a:uFillTx/>
                <a:latin typeface="Arial"/>
                <a:ea typeface="+mn-ea"/>
                <a:cs typeface="+mn-cs"/>
              </a:rPr>
              <a:t>KEY TAKEAWAY</a:t>
            </a:r>
          </a:p>
        </p:txBody>
      </p:sp>
      <p:sp>
        <p:nvSpPr>
          <p:cNvPr id="87" name="TextBox 86"/>
          <p:cNvSpPr txBox="1"/>
          <p:nvPr/>
        </p:nvSpPr>
        <p:spPr>
          <a:xfrm>
            <a:off x="4959096"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1" i="0" u="none" strike="noStrike" kern="1200" cap="none" spc="0" normalizeH="0" baseline="0" noProof="0">
                <a:ln>
                  <a:noFill/>
                </a:ln>
                <a:solidFill>
                  <a:srgbClr val="FFFFFF"/>
                </a:solidFill>
                <a:effectLst/>
                <a:uLnTx/>
                <a:uFillTx/>
                <a:latin typeface="Arial"/>
                <a:ea typeface="+mn-ea"/>
                <a:cs typeface="+mn-cs"/>
              </a:rPr>
              <a:t>The one point the GMC must remember</a:t>
            </a:r>
          </a:p>
        </p:txBody>
      </p:sp>
      <p:sp>
        <p:nvSpPr>
          <p:cNvPr id="88" name="Rounded Rectangle 87"/>
          <p:cNvSpPr/>
          <p:nvPr/>
        </p:nvSpPr>
        <p:spPr>
          <a:xfrm>
            <a:off x="6574536" y="3977639"/>
            <a:ext cx="1560576" cy="804672"/>
          </a:xfrm>
          <a:prstGeom prst="roundRect">
            <a:avLst>
              <a:gd name="adj" fmla="val 10000"/>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9" name="TextBox 88"/>
          <p:cNvSpPr txBox="1"/>
          <p:nvPr/>
        </p:nvSpPr>
        <p:spPr>
          <a:xfrm>
            <a:off x="6702552"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ATTENTION</a:t>
            </a:r>
          </a:p>
        </p:txBody>
      </p:sp>
      <p:sp>
        <p:nvSpPr>
          <p:cNvPr id="90" name="TextBox 89"/>
          <p:cNvSpPr txBox="1"/>
          <p:nvPr/>
        </p:nvSpPr>
        <p:spPr>
          <a:xfrm>
            <a:off x="6702552"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Risk, slip or issue to flag</a:t>
            </a:r>
          </a:p>
        </p:txBody>
      </p:sp>
      <p:sp>
        <p:nvSpPr>
          <p:cNvPr id="91" name="Rounded Rectangle 90"/>
          <p:cNvSpPr/>
          <p:nvPr/>
        </p:nvSpPr>
        <p:spPr>
          <a:xfrm>
            <a:off x="8317992" y="3977639"/>
            <a:ext cx="1560576" cy="804672"/>
          </a:xfrm>
          <a:prstGeom prst="roundRect">
            <a:avLst>
              <a:gd name="adj" fmla="val 10000"/>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2" name="TextBox 91"/>
          <p:cNvSpPr txBox="1"/>
          <p:nvPr/>
        </p:nvSpPr>
        <p:spPr>
          <a:xfrm>
            <a:off x="8446008"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ASK</a:t>
            </a:r>
          </a:p>
        </p:txBody>
      </p:sp>
      <p:sp>
        <p:nvSpPr>
          <p:cNvPr id="93" name="TextBox 92"/>
          <p:cNvSpPr txBox="1"/>
          <p:nvPr/>
        </p:nvSpPr>
        <p:spPr>
          <a:xfrm>
            <a:off x="8446008"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FFFFFF"/>
                </a:solidFill>
                <a:effectLst/>
                <a:uLnTx/>
                <a:uFillTx/>
                <a:latin typeface="Arial"/>
                <a:ea typeface="+mn-ea"/>
                <a:cs typeface="+mn-cs"/>
              </a:rPr>
              <a:t>Support or decision requested</a:t>
            </a:r>
          </a:p>
        </p:txBody>
      </p:sp>
      <p:sp>
        <p:nvSpPr>
          <p:cNvPr id="94" name="Rounded Rectangle 93"/>
          <p:cNvSpPr/>
          <p:nvPr/>
        </p:nvSpPr>
        <p:spPr>
          <a:xfrm>
            <a:off x="10061448" y="3977639"/>
            <a:ext cx="1560576" cy="804672"/>
          </a:xfrm>
          <a:prstGeom prst="roundRect">
            <a:avLst>
              <a:gd name="adj" fmla="val 10000"/>
            </a:avLst>
          </a:prstGeom>
          <a:solidFill>
            <a:srgbClr val="FD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5" name="TextBox 94"/>
          <p:cNvSpPr txBox="1"/>
          <p:nvPr/>
        </p:nvSpPr>
        <p:spPr>
          <a:xfrm>
            <a:off x="10189464" y="4087368"/>
            <a:ext cx="1331976" cy="16459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E55200"/>
                </a:solidFill>
                <a:effectLst/>
                <a:uLnTx/>
                <a:uFillTx/>
                <a:latin typeface="Arial"/>
                <a:ea typeface="+mn-ea"/>
                <a:cs typeface="+mn-cs"/>
              </a:rPr>
              <a:t>NOTE</a:t>
            </a:r>
          </a:p>
        </p:txBody>
      </p:sp>
      <p:sp>
        <p:nvSpPr>
          <p:cNvPr id="96" name="TextBox 95"/>
          <p:cNvSpPr txBox="1"/>
          <p:nvPr/>
        </p:nvSpPr>
        <p:spPr>
          <a:xfrm>
            <a:off x="10189464" y="4306824"/>
            <a:ext cx="1331976" cy="4114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000" b="0" i="0" u="none" strike="noStrike" kern="1200" cap="none" spc="0" normalizeH="0" baseline="0" noProof="0">
                <a:ln>
                  <a:noFill/>
                </a:ln>
                <a:solidFill>
                  <a:srgbClr val="26262A"/>
                </a:solidFill>
                <a:effectLst/>
                <a:uLnTx/>
                <a:uFillTx/>
                <a:latin typeface="Arial"/>
                <a:ea typeface="+mn-ea"/>
                <a:cs typeface="+mn-cs"/>
              </a:rPr>
              <a:t>Context, assumption or caveat</a:t>
            </a:r>
          </a:p>
        </p:txBody>
      </p:sp>
      <p:sp>
        <p:nvSpPr>
          <p:cNvPr id="97" name="TextBox 96"/>
          <p:cNvSpPr txBox="1"/>
          <p:nvPr/>
        </p:nvSpPr>
        <p:spPr>
          <a:xfrm>
            <a:off x="566928" y="5074920"/>
            <a:ext cx="1105509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3 · LINES AND NAVIGATION</a:t>
            </a:r>
          </a:p>
        </p:txBody>
      </p:sp>
      <p:sp>
        <p:nvSpPr>
          <p:cNvPr id="98" name="Rectangle 97"/>
          <p:cNvSpPr/>
          <p:nvPr/>
        </p:nvSpPr>
        <p:spPr>
          <a:xfrm>
            <a:off x="566928" y="5294376"/>
            <a:ext cx="1105509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99" name="Connector 98"/>
          <p:cNvCxnSpPr/>
          <p:nvPr/>
        </p:nvCxnSpPr>
        <p:spPr>
          <a:xfrm>
            <a:off x="932688" y="5413248"/>
            <a:ext cx="0" cy="731520"/>
          </a:xfrm>
          <a:prstGeom prst="line">
            <a:avLst/>
          </a:prstGeom>
          <a:ln w="9525">
            <a:solidFill>
              <a:srgbClr val="80350E">
                <a:alpha val="55000"/>
              </a:srgbClr>
            </a:solidFill>
          </a:ln>
        </p:spPr>
        <p:style>
          <a:lnRef idx="2">
            <a:schemeClr val="accent1"/>
          </a:lnRef>
          <a:fillRef idx="0">
            <a:schemeClr val="accent1"/>
          </a:fillRef>
          <a:effectRef idx="1">
            <a:schemeClr val="accent1"/>
          </a:effectRef>
          <a:fontRef idx="minor">
            <a:schemeClr val="tx1"/>
          </a:fontRef>
        </p:style>
      </p:cxnSp>
      <p:pic>
        <p:nvPicPr>
          <p:cNvPr id="100" name="chevron" descr="image.png"/>
          <p:cNvPicPr>
            <a:picLocks noChangeAspect="1"/>
          </p:cNvPicPr>
          <p:nvPr/>
        </p:nvPicPr>
        <p:blipFill>
          <a:blip r:embed="rId2"/>
          <a:stretch>
            <a:fillRect/>
          </a:stretch>
        </p:blipFill>
        <p:spPr>
          <a:xfrm>
            <a:off x="843808" y="5639287"/>
            <a:ext cx="177759" cy="279440"/>
          </a:xfrm>
          <a:prstGeom prst="rect">
            <a:avLst/>
          </a:prstGeom>
        </p:spPr>
      </p:pic>
      <p:sp>
        <p:nvSpPr>
          <p:cNvPr id="101" name="TextBox 100"/>
          <p:cNvSpPr txBox="1"/>
          <p:nvPr/>
        </p:nvSpPr>
        <p:spPr>
          <a:xfrm>
            <a:off x="1207007" y="5559552"/>
            <a:ext cx="2011680" cy="4572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Divider: brown line 0.75 pt, 55% opacity, line chevron in the middle</a:t>
            </a:r>
          </a:p>
        </p:txBody>
      </p:sp>
      <p:sp>
        <p:nvSpPr>
          <p:cNvPr id="102" name="Rectangle 101"/>
          <p:cNvSpPr/>
          <p:nvPr/>
        </p:nvSpPr>
        <p:spPr>
          <a:xfrm>
            <a:off x="3401568" y="5532120"/>
            <a:ext cx="1463040" cy="10972"/>
          </a:xfrm>
          <a:prstGeom prst="rect">
            <a:avLst/>
          </a:prstGeom>
          <a:solidFill>
            <a:srgbClr val="2626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 name="TextBox 102"/>
          <p:cNvSpPr txBox="1"/>
          <p:nvPr/>
        </p:nvSpPr>
        <p:spPr>
          <a:xfrm>
            <a:off x="3401568" y="5596128"/>
            <a:ext cx="14630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Header rule (ink)</a:t>
            </a:r>
          </a:p>
        </p:txBody>
      </p:sp>
      <p:sp>
        <p:nvSpPr>
          <p:cNvPr id="104" name="Rectangle 103"/>
          <p:cNvSpPr/>
          <p:nvPr/>
        </p:nvSpPr>
        <p:spPr>
          <a:xfrm>
            <a:off x="3401568" y="5897880"/>
            <a:ext cx="1463040"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5" name="TextBox 104"/>
          <p:cNvSpPr txBox="1"/>
          <p:nvPr/>
        </p:nvSpPr>
        <p:spPr>
          <a:xfrm>
            <a:off x="3401568" y="5961888"/>
            <a:ext cx="14630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Row hairline (rule)</a:t>
            </a:r>
          </a:p>
        </p:txBody>
      </p:sp>
      <p:sp>
        <p:nvSpPr>
          <p:cNvPr id="106" name="Chevron 105"/>
          <p:cNvSpPr/>
          <p:nvPr/>
        </p:nvSpPr>
        <p:spPr>
          <a:xfrm>
            <a:off x="5230368" y="5468112"/>
            <a:ext cx="1024128" cy="256032"/>
          </a:xfrm>
          <a:prstGeom prst="chevron">
            <a:avLst>
              <a:gd name="adj" fmla="val 30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7" name="TextBox 106"/>
          <p:cNvSpPr txBox="1"/>
          <p:nvPr/>
        </p:nvSpPr>
        <p:spPr>
          <a:xfrm>
            <a:off x="5230368" y="5468112"/>
            <a:ext cx="1024128"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NPD</a:t>
            </a:r>
          </a:p>
        </p:txBody>
      </p:sp>
      <p:sp>
        <p:nvSpPr>
          <p:cNvPr id="108" name="Chevron 107"/>
          <p:cNvSpPr/>
          <p:nvPr/>
        </p:nvSpPr>
        <p:spPr>
          <a:xfrm>
            <a:off x="6309359" y="5468112"/>
            <a:ext cx="1024128" cy="256032"/>
          </a:xfrm>
          <a:prstGeom prst="chevron">
            <a:avLst>
              <a:gd name="adj" fmla="val 3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9" name="TextBox 108"/>
          <p:cNvSpPr txBox="1"/>
          <p:nvPr/>
        </p:nvSpPr>
        <p:spPr>
          <a:xfrm>
            <a:off x="6309359" y="5468112"/>
            <a:ext cx="1024128"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FFFFFF"/>
                </a:solidFill>
                <a:effectLst/>
                <a:uLnTx/>
                <a:uFillTx/>
                <a:latin typeface="Arial"/>
                <a:ea typeface="+mn-ea"/>
                <a:cs typeface="+mn-cs"/>
              </a:rPr>
              <a:t>Trial Program</a:t>
            </a:r>
          </a:p>
        </p:txBody>
      </p:sp>
      <p:sp>
        <p:nvSpPr>
          <p:cNvPr id="110" name="Chevron 109"/>
          <p:cNvSpPr/>
          <p:nvPr/>
        </p:nvSpPr>
        <p:spPr>
          <a:xfrm>
            <a:off x="7388352" y="5468112"/>
            <a:ext cx="1024128" cy="256032"/>
          </a:xfrm>
          <a:prstGeom prst="chevron">
            <a:avLst>
              <a:gd name="adj" fmla="val 30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1" name="TextBox 110"/>
          <p:cNvSpPr txBox="1"/>
          <p:nvPr/>
        </p:nvSpPr>
        <p:spPr>
          <a:xfrm>
            <a:off x="7388352" y="5468112"/>
            <a:ext cx="1024128" cy="25603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NPI</a:t>
            </a:r>
          </a:p>
        </p:txBody>
      </p:sp>
      <p:sp>
        <p:nvSpPr>
          <p:cNvPr id="112" name="TextBox 111"/>
          <p:cNvSpPr txBox="1"/>
          <p:nvPr/>
        </p:nvSpPr>
        <p:spPr>
          <a:xfrm>
            <a:off x="5230368" y="5815584"/>
            <a:ext cx="320040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Stage navigation: active stage in brown</a:t>
            </a:r>
          </a:p>
        </p:txBody>
      </p:sp>
      <p:sp>
        <p:nvSpPr>
          <p:cNvPr id="113" name="Oval 112"/>
          <p:cNvSpPr/>
          <p:nvPr/>
        </p:nvSpPr>
        <p:spPr>
          <a:xfrm>
            <a:off x="8705088" y="5468112"/>
            <a:ext cx="237744" cy="237744"/>
          </a:xfrm>
          <a:prstGeom prst="ellipse">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4" name="TextBox 113"/>
          <p:cNvSpPr txBox="1"/>
          <p:nvPr/>
        </p:nvSpPr>
        <p:spPr>
          <a:xfrm>
            <a:off x="8549640"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Done</a:t>
            </a:r>
          </a:p>
        </p:txBody>
      </p:sp>
      <p:sp>
        <p:nvSpPr>
          <p:cNvPr id="115" name="Oval 114"/>
          <p:cNvSpPr/>
          <p:nvPr/>
        </p:nvSpPr>
        <p:spPr>
          <a:xfrm>
            <a:off x="9290304" y="5468112"/>
            <a:ext cx="237744" cy="237744"/>
          </a:xfrm>
          <a:prstGeom prst="ellipse">
            <a:avLst/>
          </a:prstGeom>
          <a:solidFill>
            <a:srgbClr val="FFFFFF"/>
          </a:solidFill>
          <a:ln w="9525">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6" name="Pie 115"/>
          <p:cNvSpPr/>
          <p:nvPr/>
        </p:nvSpPr>
        <p:spPr>
          <a:xfrm>
            <a:off x="9290304" y="5468112"/>
            <a:ext cx="237744" cy="237744"/>
          </a:xfrm>
          <a:prstGeom prst="pie">
            <a:avLst>
              <a:gd name="adj1" fmla="val 16200000"/>
              <a:gd name="adj2" fmla="val 1080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7" name="TextBox 116"/>
          <p:cNvSpPr txBox="1"/>
          <p:nvPr/>
        </p:nvSpPr>
        <p:spPr>
          <a:xfrm>
            <a:off x="9134856"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75%</a:t>
            </a:r>
          </a:p>
        </p:txBody>
      </p:sp>
      <p:sp>
        <p:nvSpPr>
          <p:cNvPr id="118" name="Oval 117"/>
          <p:cNvSpPr/>
          <p:nvPr/>
        </p:nvSpPr>
        <p:spPr>
          <a:xfrm>
            <a:off x="9875519" y="5468112"/>
            <a:ext cx="237744" cy="237744"/>
          </a:xfrm>
          <a:prstGeom prst="ellipse">
            <a:avLst/>
          </a:prstGeom>
          <a:solidFill>
            <a:srgbClr val="FFFFFF"/>
          </a:solidFill>
          <a:ln w="9525">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9" name="Pie 118"/>
          <p:cNvSpPr/>
          <p:nvPr/>
        </p:nvSpPr>
        <p:spPr>
          <a:xfrm>
            <a:off x="9875519" y="5468112"/>
            <a:ext cx="237744" cy="237744"/>
          </a:xfrm>
          <a:prstGeom prst="pie">
            <a:avLst>
              <a:gd name="adj1" fmla="val 16200000"/>
              <a:gd name="adj2" fmla="val 540000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0" name="TextBox 119"/>
          <p:cNvSpPr txBox="1"/>
          <p:nvPr/>
        </p:nvSpPr>
        <p:spPr>
          <a:xfrm>
            <a:off x="9720072"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50%</a:t>
            </a:r>
          </a:p>
        </p:txBody>
      </p:sp>
      <p:sp>
        <p:nvSpPr>
          <p:cNvPr id="121" name="Oval 120"/>
          <p:cNvSpPr/>
          <p:nvPr/>
        </p:nvSpPr>
        <p:spPr>
          <a:xfrm>
            <a:off x="10460736" y="5468112"/>
            <a:ext cx="237744" cy="237744"/>
          </a:xfrm>
          <a:prstGeom prst="ellipse">
            <a:avLst/>
          </a:prstGeom>
          <a:solidFill>
            <a:srgbClr val="FFFFFF"/>
          </a:solidFill>
          <a:ln w="9525">
            <a:solidFill>
              <a:srgbClr val="8035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2" name="Pie 121"/>
          <p:cNvSpPr/>
          <p:nvPr/>
        </p:nvSpPr>
        <p:spPr>
          <a:xfrm>
            <a:off x="10460736" y="5468112"/>
            <a:ext cx="237744" cy="237744"/>
          </a:xfrm>
          <a:prstGeom prst="pie">
            <a:avLst>
              <a:gd name="adj1" fmla="val 16200000"/>
              <a:gd name="adj2" fmla="val 0"/>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3" name="TextBox 122"/>
          <p:cNvSpPr txBox="1"/>
          <p:nvPr/>
        </p:nvSpPr>
        <p:spPr>
          <a:xfrm>
            <a:off x="10305288"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25%</a:t>
            </a:r>
          </a:p>
        </p:txBody>
      </p:sp>
      <p:sp>
        <p:nvSpPr>
          <p:cNvPr id="124" name="Oval 123"/>
          <p:cNvSpPr/>
          <p:nvPr/>
        </p:nvSpPr>
        <p:spPr>
          <a:xfrm>
            <a:off x="11045952" y="5468112"/>
            <a:ext cx="237744" cy="237744"/>
          </a:xfrm>
          <a:prstGeom prst="ellipse">
            <a:avLst/>
          </a:prstGeom>
          <a:solidFill>
            <a:srgbClr val="FFFFFF"/>
          </a:solidFill>
          <a:ln w="9525">
            <a:solidFill>
              <a:srgbClr val="B8BE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5" name="TextBox 124"/>
          <p:cNvSpPr txBox="1"/>
          <p:nvPr/>
        </p:nvSpPr>
        <p:spPr>
          <a:xfrm>
            <a:off x="10890504" y="5760720"/>
            <a:ext cx="548640" cy="182880"/>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Not started</a:t>
            </a:r>
          </a:p>
        </p:txBody>
      </p:sp>
      <p:sp>
        <p:nvSpPr>
          <p:cNvPr id="126" name="TextBox 125"/>
          <p:cNvSpPr txBox="1"/>
          <p:nvPr/>
        </p:nvSpPr>
        <p:spPr>
          <a:xfrm>
            <a:off x="8549640" y="5989320"/>
            <a:ext cx="301752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6E7B84"/>
                </a:solidFill>
                <a:effectLst/>
                <a:uLnTx/>
                <a:uFillTx/>
                <a:latin typeface="Arial"/>
                <a:ea typeface="+mn-ea"/>
                <a:cs typeface="+mn-cs"/>
              </a:rPr>
              <a:t>Progress: on going split into 25 / 50 / 75%</a:t>
            </a:r>
          </a:p>
        </p:txBody>
      </p:sp>
      <p:sp>
        <p:nvSpPr>
          <p:cNvPr id="127" name="TextBox 126">
            <a:extLst>
              <a:ext uri="{FF2B5EF4-FFF2-40B4-BE49-F238E27FC236}">
                <a16:creationId xmlns:a16="http://schemas.microsoft.com/office/drawing/2014/main" id="{507FE13F-BE07-3E19-A15A-0F6711D30A00}"/>
              </a:ext>
            </a:extLst>
          </p:cNvPr>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Internal resources</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0.2</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
        <p:nvSpPr>
          <p:cNvPr id="3" name="TextBox 2"/>
          <p:cNvSpPr txBox="1"/>
          <p:nvPr/>
        </p:nvSpPr>
        <p:spPr>
          <a:xfrm>
            <a:off x="896112" y="170211"/>
            <a:ext cx="9308592" cy="27432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200" b="1" i="0" u="none" strike="noStrike" kern="1200" cap="none" spc="0" normalizeH="0" baseline="0" noProof="0" dirty="0">
                <a:ln>
                  <a:noFill/>
                </a:ln>
                <a:solidFill>
                  <a:srgbClr val="E55200"/>
                </a:solidFill>
                <a:effectLst/>
                <a:uLnTx/>
                <a:uFillTx/>
                <a:latin typeface="Arial"/>
                <a:ea typeface="+mn-ea"/>
                <a:cs typeface="+mn-cs"/>
              </a:rPr>
              <a:t>STYLE GUIDE — TIMEFRAME TEMPLATE (HIDDEN)</a:t>
            </a:r>
          </a:p>
        </p:txBody>
      </p:sp>
      <p:sp>
        <p:nvSpPr>
          <p:cNvPr id="4" name="TextBox 3"/>
          <p:cNvSpPr txBox="1"/>
          <p:nvPr/>
        </p:nvSpPr>
        <p:spPr>
          <a:xfrm>
            <a:off x="896112" y="407955"/>
            <a:ext cx="9966960" cy="31089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1400" b="1" i="0" u="none" strike="noStrike" kern="1200" cap="none" spc="0" normalizeH="0" baseline="0" noProof="0">
                <a:ln>
                  <a:noFill/>
                </a:ln>
                <a:solidFill>
                  <a:srgbClr val="26262A"/>
                </a:solidFill>
                <a:effectLst/>
                <a:uLnTx/>
                <a:uFillTx/>
                <a:latin typeface="Arial"/>
                <a:ea typeface="+mn-ea"/>
                <a:cs typeface="+mn-cs"/>
              </a:rPr>
              <a:t>General timeframe in a native table — copy, then rename periods, rows and bars for each project</a:t>
            </a:r>
          </a:p>
        </p:txBody>
      </p:sp>
      <p:graphicFrame>
        <p:nvGraphicFramePr>
          <p:cNvPr id="5" name="Timeframe table"/>
          <p:cNvGraphicFramePr>
            <a:graphicFrameLocks noGrp="1"/>
          </p:cNvGraphicFramePr>
          <p:nvPr/>
        </p:nvGraphicFramePr>
        <p:xfrm>
          <a:off x="566928" y="1005840"/>
          <a:ext cx="11055096" cy="3895344"/>
        </p:xfrm>
        <a:graphic>
          <a:graphicData uri="http://schemas.openxmlformats.org/drawingml/2006/table">
            <a:tbl>
              <a:tblPr>
                <a:tableStyleId>{2D5ABB26-0587-4C30-8999-92F81FD0307C}</a:tableStyleId>
              </a:tblPr>
              <a:tblGrid>
                <a:gridCol w="320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731520">
                  <a:extLst>
                    <a:ext uri="{9D8B030D-6E8A-4147-A177-3AD203B41FA5}">
                      <a16:colId xmlns:a16="http://schemas.microsoft.com/office/drawing/2014/main" val="20009"/>
                    </a:ext>
                  </a:extLst>
                </a:gridCol>
                <a:gridCol w="731520">
                  <a:extLst>
                    <a:ext uri="{9D8B030D-6E8A-4147-A177-3AD203B41FA5}">
                      <a16:colId xmlns:a16="http://schemas.microsoft.com/office/drawing/2014/main" val="20010"/>
                    </a:ext>
                  </a:extLst>
                </a:gridCol>
                <a:gridCol w="1225296">
                  <a:extLst>
                    <a:ext uri="{9D8B030D-6E8A-4147-A177-3AD203B41FA5}">
                      <a16:colId xmlns:a16="http://schemas.microsoft.com/office/drawing/2014/main" val="20011"/>
                    </a:ext>
                  </a:extLst>
                </a:gridCol>
              </a:tblGrid>
              <a:tr h="274320">
                <a:tc>
                  <a:txBody>
                    <a:bodyPr/>
                    <a:lstStyle/>
                    <a:p>
                      <a:pPr algn="l"/>
                      <a:endParaRPr/>
                    </a:p>
                  </a:txBody>
                  <a:tcPr marL="45720" marR="27432" marT="18288" marB="18288" anchor="ctr">
                    <a:lnL w="0">
                      <a:noFill/>
                    </a:lnL>
                    <a:lnR w="0">
                      <a:noFill/>
                    </a:lnR>
                    <a:lnT w="0">
                      <a:noFill/>
                    </a:lnT>
                    <a:lnB w="0">
                      <a:noFill/>
                    </a:lnB>
                    <a:noFill/>
                  </a:tcPr>
                </a:tc>
                <a:tc>
                  <a:txBody>
                    <a:bodyPr/>
                    <a:lstStyle/>
                    <a:p>
                      <a:pPr algn="l"/>
                      <a:endParaRPr dirty="0"/>
                    </a:p>
                  </a:txBody>
                  <a:tcPr marL="45720" marR="27432" marT="18288" marB="18288" anchor="ctr">
                    <a:lnL w="0">
                      <a:noFill/>
                    </a:lnL>
                    <a:lnR w="0">
                      <a:noFill/>
                    </a:lnR>
                    <a:lnT w="0">
                      <a:noFill/>
                    </a:lnT>
                    <a:lnB w="0">
                      <a:noFill/>
                    </a:lnB>
                    <a:noFill/>
                  </a:tcPr>
                </a:tc>
                <a:tc>
                  <a:txBody>
                    <a:bodyPr/>
                    <a:lstStyle/>
                    <a:p>
                      <a:pPr algn="l"/>
                      <a:endParaRPr/>
                    </a:p>
                  </a:txBody>
                  <a:tcPr marL="45720" marR="27432" marT="18288" marB="18288" anchor="ctr">
                    <a:lnL w="0">
                      <a:noFill/>
                    </a:lnL>
                    <a:lnR w="0">
                      <a:noFill/>
                    </a:lnR>
                    <a:lnT w="0">
                      <a:noFill/>
                    </a:lnT>
                    <a:lnB w="0">
                      <a:noFill/>
                    </a:lnB>
                    <a:noFill/>
                  </a:tcPr>
                </a:tc>
                <a:tc gridSpan="4">
                  <a:txBody>
                    <a:bodyPr/>
                    <a:lstStyle/>
                    <a:p>
                      <a:pPr algn="ctr"/>
                      <a:r>
                        <a:rPr sz="850" b="1" i="1" dirty="0">
                          <a:solidFill>
                            <a:srgbClr val="E55200"/>
                          </a:solidFill>
                          <a:latin typeface="Arial"/>
                        </a:rPr>
                        <a:t>[Year 1]</a:t>
                      </a: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gridSpan="4">
                  <a:txBody>
                    <a:bodyPr/>
                    <a:lstStyle/>
                    <a:p>
                      <a:pPr algn="ctr"/>
                      <a:r>
                        <a:rPr sz="850" b="1" i="1">
                          <a:solidFill>
                            <a:srgbClr val="E55200"/>
                          </a:solidFill>
                          <a:latin typeface="Arial"/>
                        </a:rPr>
                        <a:t>[Year 2]</a:t>
                      </a: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hMerge="1">
                  <a:txBody>
                    <a:bodyPr/>
                    <a:lstStyle/>
                    <a:p>
                      <a:pPr algn="l"/>
                      <a:endParaRPr/>
                    </a:p>
                  </a:txBody>
                  <a:tcPr marL="45720" marR="27432" marT="18288" marB="18288" anchor="ctr">
                    <a:lnL w="0">
                      <a:noFill/>
                    </a:lnL>
                    <a:lnR w="0">
                      <a:noFill/>
                    </a:lnR>
                    <a:lnT w="0">
                      <a:noFill/>
                    </a:lnT>
                    <a:lnB w="0">
                      <a:noFill/>
                    </a:lnB>
                    <a:noFill/>
                  </a:tcPr>
                </a:tc>
                <a:tc>
                  <a:txBody>
                    <a:bodyPr/>
                    <a:lstStyle/>
                    <a:p>
                      <a:pPr algn="l"/>
                      <a:endParaRPr/>
                    </a:p>
                  </a:txBody>
                  <a:tcPr marL="45720" marR="27432" marT="18288" marB="18288" anchor="ctr">
                    <a:lnL w="0">
                      <a:noFill/>
                    </a:lnL>
                    <a:lnR w="0">
                      <a:noFill/>
                    </a:lnR>
                    <a:lnT w="0">
                      <a:noFill/>
                    </a:lnT>
                    <a:lnB w="0">
                      <a:noFill/>
                    </a:lnB>
                    <a:noFill/>
                  </a:tcPr>
                </a:tc>
                <a:extLst>
                  <a:ext uri="{0D108BD9-81ED-4DB2-BD59-A6C34878D82A}">
                    <a16:rowId xmlns:a16="http://schemas.microsoft.com/office/drawing/2014/main" val="10000"/>
                  </a:ext>
                </a:extLst>
              </a:tr>
              <a:tr h="274320">
                <a:tc>
                  <a:txBody>
                    <a:bodyPr/>
                    <a:lstStyle/>
                    <a:p>
                      <a:pPr algn="l"/>
                      <a:r>
                        <a:rPr sz="850" b="1" i="0">
                          <a:solidFill>
                            <a:srgbClr val="6E7B84"/>
                          </a:solidFill>
                          <a:latin typeface="Arial"/>
                        </a:rPr>
                        <a:t>#</a:t>
                      </a:r>
                    </a:p>
                  </a:txBody>
                  <a:tcPr marL="45720" marR="27432" marT="18288" marB="18288" anchor="ctr">
                    <a:lnL w="0">
                      <a:noFill/>
                    </a:lnL>
                    <a:lnR w="0">
                      <a:noFill/>
                    </a:lnR>
                    <a:lnT w="0">
                      <a:noFill/>
                    </a:lnT>
                    <a:lnB w="12700">
                      <a:solidFill>
                        <a:srgbClr val="26262A"/>
                      </a:solidFill>
                    </a:lnB>
                    <a:noFill/>
                  </a:tcPr>
                </a:tc>
                <a:tc>
                  <a:txBody>
                    <a:bodyPr/>
                    <a:lstStyle/>
                    <a:p>
                      <a:pPr algn="l"/>
                      <a:r>
                        <a:rPr sz="850" b="1" i="0" dirty="0">
                          <a:solidFill>
                            <a:srgbClr val="6E7B84"/>
                          </a:solidFill>
                          <a:latin typeface="Arial"/>
                        </a:rPr>
                        <a:t>ACTIVITY / MILESTONE</a:t>
                      </a:r>
                    </a:p>
                  </a:txBody>
                  <a:tcPr marL="45720" marR="27432" marT="18288" marB="18288" anchor="ctr">
                    <a:lnL w="0">
                      <a:noFill/>
                    </a:lnL>
                    <a:lnR w="0">
                      <a:noFill/>
                    </a:lnR>
                    <a:lnT w="0">
                      <a:noFill/>
                    </a:lnT>
                    <a:lnB w="12700">
                      <a:solidFill>
                        <a:srgbClr val="26262A"/>
                      </a:solidFill>
                    </a:lnB>
                    <a:noFill/>
                  </a:tcPr>
                </a:tc>
                <a:tc>
                  <a:txBody>
                    <a:bodyPr/>
                    <a:lstStyle/>
                    <a:p>
                      <a:pPr algn="l"/>
                      <a:r>
                        <a:rPr sz="850" b="1" i="0">
                          <a:solidFill>
                            <a:srgbClr val="6E7B84"/>
                          </a:solidFill>
                          <a:latin typeface="Arial"/>
                        </a:rPr>
                        <a:t>PIC</a:t>
                      </a:r>
                    </a:p>
                  </a:txBody>
                  <a:tcPr marL="45720" marR="27432" marT="18288" marB="18288" anchor="ctr">
                    <a:lnL w="0">
                      <a:noFill/>
                    </a:lnL>
                    <a:lnR w="0">
                      <a:noFill/>
                    </a:lnR>
                    <a:lnT w="0">
                      <a:noFill/>
                    </a:lnT>
                    <a:lnB w="12700">
                      <a:solidFill>
                        <a:srgbClr val="26262A"/>
                      </a:solidFill>
                    </a:lnB>
                    <a:noFill/>
                  </a:tcPr>
                </a:tc>
                <a:tc>
                  <a:txBody>
                    <a:bodyPr/>
                    <a:lstStyle/>
                    <a:p>
                      <a:pPr algn="ctr"/>
                      <a:r>
                        <a:rPr sz="850" b="1" i="0">
                          <a:solidFill>
                            <a:srgbClr val="6E7B84"/>
                          </a:solidFill>
                          <a:latin typeface="Arial"/>
                        </a:rPr>
                        <a:t>Q1</a:t>
                      </a:r>
                    </a:p>
                  </a:txBody>
                  <a:tcPr marL="45720" marR="27432" marT="18288" marB="18288" anchor="ctr">
                    <a:lnL w="19050">
                      <a:no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Q2</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FFFFFF"/>
                          </a:solidFill>
                          <a:latin typeface="Arial"/>
                        </a:rPr>
                        <a:t>Q3</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E55200"/>
                    </a:solidFill>
                  </a:tcPr>
                </a:tc>
                <a:tc>
                  <a:txBody>
                    <a:bodyPr/>
                    <a:lstStyle/>
                    <a:p>
                      <a:pPr algn="ctr"/>
                      <a:r>
                        <a:rPr sz="850" b="1" i="0">
                          <a:solidFill>
                            <a:srgbClr val="6E7B84"/>
                          </a:solidFill>
                          <a:latin typeface="Arial"/>
                        </a:rPr>
                        <a:t>Q4</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Q1</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Q2</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Q3</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ctr"/>
                      <a:r>
                        <a:rPr sz="850" b="1" i="0">
                          <a:solidFill>
                            <a:srgbClr val="6E7B84"/>
                          </a:solidFill>
                          <a:latin typeface="Arial"/>
                        </a:rPr>
                        <a:t>Q4</a:t>
                      </a:r>
                    </a:p>
                  </a:txBody>
                  <a:tcPr marL="45720" marR="27432" marT="18288" marB="18288" anchor="ctr">
                    <a:lnL w="19050">
                      <a:solidFill>
                        <a:srgbClr val="FFFFFF"/>
                      </a:solidFill>
                    </a:lnL>
                    <a:lnR w="19050">
                      <a:solidFill>
                        <a:srgbClr val="FFFFFF"/>
                      </a:solidFill>
                    </a:lnR>
                    <a:lnT w="0">
                      <a:noFill/>
                    </a:lnT>
                    <a:lnB w="12700">
                      <a:solidFill>
                        <a:srgbClr val="26262A"/>
                      </a:solidFill>
                    </a:lnB>
                    <a:solidFill>
                      <a:srgbClr val="F7F8FA"/>
                    </a:solidFill>
                  </a:tcPr>
                </a:tc>
                <a:tc>
                  <a:txBody>
                    <a:bodyPr/>
                    <a:lstStyle/>
                    <a:p>
                      <a:pPr algn="l"/>
                      <a:r>
                        <a:rPr sz="850" b="1" i="0">
                          <a:solidFill>
                            <a:srgbClr val="6E7B84"/>
                          </a:solidFill>
                          <a:latin typeface="Arial"/>
                        </a:rPr>
                        <a:t>STATUS</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12700">
                      <a:solidFill>
                        <a:srgbClr val="26262A"/>
                      </a:solidFill>
                    </a:lnB>
                    <a:noFill/>
                  </a:tcPr>
                </a:tc>
                <a:extLst>
                  <a:ext uri="{0D108BD9-81ED-4DB2-BD59-A6C34878D82A}">
                    <a16:rowId xmlns:a16="http://schemas.microsoft.com/office/drawing/2014/main" val="10001"/>
                  </a:ext>
                </a:extLst>
              </a:tr>
              <a:tr h="274320">
                <a:tc gridSpan="12">
                  <a:txBody>
                    <a:bodyPr/>
                    <a:lstStyle/>
                    <a:p>
                      <a:pPr algn="l"/>
                      <a:r>
                        <a:rPr sz="850" b="1" i="1" dirty="0">
                          <a:solidFill>
                            <a:srgbClr val="E55200"/>
                          </a:solidFill>
                          <a:latin typeface="Arial"/>
                        </a:rPr>
                        <a:t>[WORKSTREAM / PRODUCT 1]</a:t>
                      </a:r>
                    </a:p>
                  </a:txBody>
                  <a:tcPr marL="45720" marR="27432" marT="18288" marB="18288" anchor="ctr">
                    <a:lnL w="0">
                      <a:noFill/>
                    </a:lnL>
                    <a:lnR w="0">
                      <a:noFill/>
                    </a:lnR>
                    <a:lnT w="12700" cap="flat" cmpd="sng" algn="ctr">
                      <a:solidFill>
                        <a:srgbClr val="26262A"/>
                      </a:solidFill>
                      <a:prstDash val="solid"/>
                      <a:round/>
                      <a:headEnd type="none" w="med" len="med"/>
                      <a:tailEnd type="none" w="med" len="med"/>
                    </a:lnT>
                    <a:lnB w="9525">
                      <a:solidFill>
                        <a:srgbClr val="E4E8EB"/>
                      </a:solidFill>
                    </a:lnB>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2"/>
                  </a:ext>
                </a:extLst>
              </a:tr>
              <a:tr h="274320">
                <a:tc>
                  <a:txBody>
                    <a:bodyPr/>
                    <a:lstStyle/>
                    <a:p>
                      <a:pPr algn="l"/>
                      <a:r>
                        <a:rPr sz="850" b="0" i="0">
                          <a:solidFill>
                            <a:srgbClr val="6E7B84"/>
                          </a:solidFill>
                          <a:latin typeface="Arial"/>
                        </a:rPr>
                        <a:t>1</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[NPD — spec, partner, sample]</a:t>
                      </a:r>
                    </a:p>
                  </a:txBody>
                  <a:tcPr marL="45720" marR="27432" marT="18288" marB="18288" anchor="ctr">
                    <a:lnL w="0">
                      <a:noFill/>
                    </a:lnL>
                    <a:lnR w="0">
                      <a:noFill/>
                    </a:lnR>
                    <a:lnT w="0">
                      <a:noFill/>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0">
                      <a:noFill/>
                    </a:lnT>
                    <a:lnB w="9525">
                      <a:solidFill>
                        <a:srgbClr val="E4E8EB"/>
                      </a:solidFill>
                    </a:lnB>
                    <a:noFill/>
                  </a:tcPr>
                </a:tc>
                <a:tc>
                  <a:txBody>
                    <a:bodyPr/>
                    <a:lstStyle/>
                    <a:p>
                      <a:pPr algn="l"/>
                      <a:r>
                        <a:rPr sz="850" b="1" i="0">
                          <a:solidFill>
                            <a:srgbClr val="FFFFFF"/>
                          </a:solidFill>
                          <a:latin typeface="Arial"/>
                        </a:rPr>
                        <a:t>NPD</a:t>
                      </a:r>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dirty="0"/>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19050">
                      <a:no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r>
                        <a:rPr sz="850" b="0" i="1">
                          <a:solidFill>
                            <a:srgbClr val="E55200"/>
                          </a:solidFill>
                          <a:latin typeface="Arial"/>
                        </a:rPr>
                        <a:t>[Done]</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9525">
                      <a:solidFill>
                        <a:srgbClr val="E4E8EB"/>
                      </a:solidFill>
                    </a:lnB>
                    <a:noFill/>
                  </a:tcPr>
                </a:tc>
                <a:extLst>
                  <a:ext uri="{0D108BD9-81ED-4DB2-BD59-A6C34878D82A}">
                    <a16:rowId xmlns:a16="http://schemas.microsoft.com/office/drawing/2014/main" val="10003"/>
                  </a:ext>
                </a:extLst>
              </a:tr>
              <a:tr h="274320">
                <a:tc>
                  <a:txBody>
                    <a:bodyPr/>
                    <a:lstStyle/>
                    <a:p>
                      <a:pPr algn="l"/>
                      <a:r>
                        <a:rPr sz="850" b="0" i="0">
                          <a:solidFill>
                            <a:srgbClr val="6E7B84"/>
                          </a:solidFill>
                          <a:latin typeface="Arial"/>
                        </a:rPr>
                        <a:t>2</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[Trial program — site, KPI]</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FFFFFF"/>
                          </a:solidFill>
                          <a:latin typeface="Arial"/>
                        </a:rPr>
                        <a:t>Trial</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[On going]</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4"/>
                  </a:ext>
                </a:extLst>
              </a:tr>
              <a:tr h="274320">
                <a:tc>
                  <a:txBody>
                    <a:bodyPr/>
                    <a:lstStyle/>
                    <a:p>
                      <a:pPr algn="l"/>
                      <a:r>
                        <a:rPr sz="850" b="0" i="0">
                          <a:solidFill>
                            <a:srgbClr val="6E7B84"/>
                          </a:solidFill>
                          <a:latin typeface="Arial"/>
                        </a:rPr>
                        <a:t>3</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[NPI — price, doc, channel]</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26262A"/>
                          </a:solidFill>
                          <a:latin typeface="Arial"/>
                        </a:rPr>
                        <a:t>NPI</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F0A878"/>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[Not started]</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5"/>
                  </a:ext>
                </a:extLst>
              </a:tr>
              <a:tr h="274320">
                <a:tc>
                  <a:txBody>
                    <a:bodyPr/>
                    <a:lstStyle/>
                    <a:p>
                      <a:pPr algn="l"/>
                      <a:r>
                        <a:rPr sz="850" b="0" i="0">
                          <a:solidFill>
                            <a:srgbClr val="6E7B84"/>
                          </a:solidFill>
                          <a:latin typeface="Arial"/>
                        </a:rPr>
                        <a:t>4</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[Target launching]</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FFFFFF"/>
                          </a:solidFill>
                          <a:latin typeface="Arial"/>
                        </a:rPr>
                        <a:t>◆ Launch</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E55200"/>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[Not started]</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6"/>
                  </a:ext>
                </a:extLst>
              </a:tr>
              <a:tr h="274320">
                <a:tc gridSpan="12">
                  <a:txBody>
                    <a:bodyPr/>
                    <a:lstStyle/>
                    <a:p>
                      <a:pPr algn="l"/>
                      <a:r>
                        <a:rPr sz="850" b="1" i="1" dirty="0">
                          <a:solidFill>
                            <a:srgbClr val="E55200"/>
                          </a:solidFill>
                          <a:latin typeface="Arial"/>
                        </a:rPr>
                        <a:t>[WORKSTREAM / PRODUCT 2]</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7"/>
                  </a:ext>
                </a:extLst>
              </a:tr>
              <a:tr h="274320">
                <a:tc>
                  <a:txBody>
                    <a:bodyPr/>
                    <a:lstStyle/>
                    <a:p>
                      <a:pPr algn="l"/>
                      <a:r>
                        <a:rPr sz="850" b="0" i="0">
                          <a:solidFill>
                            <a:srgbClr val="6E7B84"/>
                          </a:solidFill>
                          <a:latin typeface="Arial"/>
                        </a:rPr>
                        <a:t>5</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[NPD]</a:t>
                      </a:r>
                    </a:p>
                  </a:txBody>
                  <a:tcPr marL="45720" marR="27432" marT="18288" marB="18288" anchor="ctr">
                    <a:lnL w="0">
                      <a:noFill/>
                    </a:lnL>
                    <a:lnR w="0">
                      <a:noFill/>
                    </a:lnR>
                    <a:lnT w="0">
                      <a:noFill/>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0">
                      <a:noFill/>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r>
                        <a:rPr sz="850" b="1" i="0">
                          <a:solidFill>
                            <a:srgbClr val="FFFFFF"/>
                          </a:solidFill>
                          <a:latin typeface="Arial"/>
                        </a:rPr>
                        <a:t>NPD</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80350E"/>
                    </a:solidFill>
                  </a:tcPr>
                </a:tc>
                <a:tc>
                  <a:txBody>
                    <a:bodyPr/>
                    <a:lstStyle/>
                    <a:p>
                      <a:pPr algn="l"/>
                      <a:endParaRPr/>
                    </a:p>
                  </a:txBody>
                  <a:tcPr marL="45720" marR="27432" marT="18288" marB="18288" anchor="ctr">
                    <a:lnL w="19050">
                      <a:no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0">
                      <a:noFill/>
                    </a:lnT>
                    <a:lnB w="9525">
                      <a:solidFill>
                        <a:srgbClr val="E4E8EB"/>
                      </a:solidFill>
                    </a:lnB>
                    <a:noFill/>
                  </a:tcPr>
                </a:tc>
                <a:tc>
                  <a:txBody>
                    <a:bodyPr/>
                    <a:lstStyle/>
                    <a:p>
                      <a:pPr algn="l"/>
                      <a:r>
                        <a:rPr sz="850" b="0" i="1">
                          <a:solidFill>
                            <a:srgbClr val="E55200"/>
                          </a:solidFill>
                          <a:latin typeface="Arial"/>
                        </a:rPr>
                        <a:t>[On going]</a:t>
                      </a:r>
                    </a:p>
                  </a:txBody>
                  <a:tcPr marL="45720" marR="27432" marT="18288" marB="18288" anchor="ctr">
                    <a:lnL w="19050" cap="flat" cmpd="sng" algn="ctr">
                      <a:solidFill>
                        <a:srgbClr val="FFFFFF"/>
                      </a:solidFill>
                      <a:prstDash val="solid"/>
                      <a:round/>
                      <a:headEnd type="none" w="med" len="med"/>
                      <a:tailEnd type="none" w="med" len="med"/>
                    </a:lnL>
                    <a:lnR w="0">
                      <a:noFill/>
                    </a:lnR>
                    <a:lnT w="0">
                      <a:noFill/>
                    </a:lnT>
                    <a:lnB w="9525">
                      <a:solidFill>
                        <a:srgbClr val="E4E8EB"/>
                      </a:solidFill>
                    </a:lnB>
                    <a:noFill/>
                  </a:tcPr>
                </a:tc>
                <a:extLst>
                  <a:ext uri="{0D108BD9-81ED-4DB2-BD59-A6C34878D82A}">
                    <a16:rowId xmlns:a16="http://schemas.microsoft.com/office/drawing/2014/main" val="10008"/>
                  </a:ext>
                </a:extLst>
              </a:tr>
              <a:tr h="274320">
                <a:tc>
                  <a:txBody>
                    <a:bodyPr/>
                    <a:lstStyle/>
                    <a:p>
                      <a:pPr algn="l"/>
                      <a:r>
                        <a:rPr sz="850" b="0" i="0">
                          <a:solidFill>
                            <a:srgbClr val="6E7B84"/>
                          </a:solidFill>
                          <a:latin typeface="Arial"/>
                        </a:rPr>
                        <a:t>6</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[Trial program]</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FFFFFF"/>
                          </a:solidFill>
                          <a:latin typeface="Arial"/>
                        </a:rPr>
                        <a:t>Trial</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solidFill>
                      <a:srgbClr val="A35F35"/>
                    </a:solid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[Not started]</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09"/>
                  </a:ext>
                </a:extLst>
              </a:tr>
              <a:tr h="274320">
                <a:tc>
                  <a:txBody>
                    <a:bodyPr/>
                    <a:lstStyle/>
                    <a:p>
                      <a:pPr algn="l"/>
                      <a:r>
                        <a:rPr sz="850" b="0" i="0">
                          <a:solidFill>
                            <a:srgbClr val="6E7B84"/>
                          </a:solidFill>
                          <a:latin typeface="Arial"/>
                        </a:rPr>
                        <a:t>7</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dirty="0">
                          <a:solidFill>
                            <a:srgbClr val="E55200"/>
                          </a:solidFill>
                          <a:latin typeface="Arial"/>
                        </a:rPr>
                        <a:t>[NPI]</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no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endParaRPr/>
                    </a:p>
                  </a:txBody>
                  <a:tcPr marL="45720" marR="27432" marT="18288" marB="18288" anchor="ctr">
                    <a:lnL w="19050">
                      <a:solidFill>
                        <a:srgbClr val="FFFFFF"/>
                      </a:solidFill>
                    </a:lnL>
                    <a:lnR w="19050">
                      <a:solidFill>
                        <a:srgbClr val="FFFFFF"/>
                      </a:solid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0">
                          <a:solidFill>
                            <a:srgbClr val="26262A"/>
                          </a:solidFill>
                          <a:latin typeface="Arial"/>
                        </a:rPr>
                        <a:t>NPI</a:t>
                      </a:r>
                    </a:p>
                  </a:txBody>
                  <a:tcPr marL="45720" marR="27432" marT="18288" marB="18288" anchor="ctr">
                    <a:lnL w="19050" cap="flat" cmpd="sng" algn="ctr">
                      <a:solidFill>
                        <a:srgbClr val="FFFFFF"/>
                      </a:solidFill>
                      <a:prstDash val="solid"/>
                      <a:round/>
                      <a:headEnd type="none" w="med" len="med"/>
                      <a:tailEnd type="none" w="med" len="med"/>
                    </a:lnL>
                    <a:lnR w="0">
                      <a:noFill/>
                    </a:lnR>
                    <a:lnT w="9525" cap="flat" cmpd="sng" algn="ctr">
                      <a:solidFill>
                        <a:srgbClr val="E4E8EB"/>
                      </a:solidFill>
                      <a:prstDash val="solid"/>
                      <a:round/>
                      <a:headEnd type="none" w="med" len="med"/>
                      <a:tailEnd type="none" w="med" len="med"/>
                    </a:lnT>
                    <a:lnB w="9525">
                      <a:solidFill>
                        <a:srgbClr val="E4E8EB"/>
                      </a:solidFill>
                    </a:lnB>
                    <a:solidFill>
                      <a:srgbClr val="F0A878"/>
                    </a:solidFill>
                  </a:tcPr>
                </a:tc>
                <a:tc>
                  <a:txBody>
                    <a:bodyPr/>
                    <a:lstStyle/>
                    <a:p>
                      <a:pPr algn="l"/>
                      <a:r>
                        <a:rPr sz="850" b="0" i="1">
                          <a:solidFill>
                            <a:srgbClr val="E55200"/>
                          </a:solidFill>
                          <a:latin typeface="Arial"/>
                        </a:rPr>
                        <a:t>[Not started]</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extLst>
                  <a:ext uri="{0D108BD9-81ED-4DB2-BD59-A6C34878D82A}">
                    <a16:rowId xmlns:a16="http://schemas.microsoft.com/office/drawing/2014/main" val="10010"/>
                  </a:ext>
                </a:extLst>
              </a:tr>
              <a:tr h="274320">
                <a:tc gridSpan="12">
                  <a:txBody>
                    <a:bodyPr/>
                    <a:lstStyle/>
                    <a:p>
                      <a:pPr algn="l"/>
                      <a:r>
                        <a:rPr sz="850" b="1" i="1" dirty="0">
                          <a:solidFill>
                            <a:srgbClr val="E55200"/>
                          </a:solidFill>
                          <a:latin typeface="Arial"/>
                        </a:rPr>
                        <a:t>[COMMERCIAL / SUSTAIN]</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11"/>
                  </a:ext>
                </a:extLst>
              </a:tr>
              <a:tr h="274320">
                <a:tc>
                  <a:txBody>
                    <a:bodyPr/>
                    <a:lstStyle/>
                    <a:p>
                      <a:pPr algn="l"/>
                      <a:r>
                        <a:rPr sz="850" b="0" i="0">
                          <a:solidFill>
                            <a:srgbClr val="6E7B84"/>
                          </a:solidFill>
                          <a:latin typeface="Arial"/>
                        </a:rPr>
                        <a:t>8</a:t>
                      </a:r>
                    </a:p>
                  </a:txBody>
                  <a:tcPr marL="45720" marR="27432" marT="18288" marB="18288" anchor="ctr">
                    <a:lnL w="0">
                      <a:noFill/>
                    </a:lnL>
                    <a:lnR w="0">
                      <a:noFill/>
                    </a:lnR>
                    <a:lnT w="9525" cap="flat" cmpd="sng" algn="ctr">
                      <a:solidFill>
                        <a:srgbClr val="E4E8EB"/>
                      </a:solidFill>
                      <a:prstDash val="solid"/>
                      <a:round/>
                      <a:headEnd type="none" w="med" len="med"/>
                      <a:tailEnd type="none" w="med" len="med"/>
                    </a:lnT>
                    <a:lnB w="9525">
                      <a:solidFill>
                        <a:srgbClr val="E4E8EB"/>
                      </a:solidFill>
                    </a:lnB>
                    <a:noFill/>
                  </a:tcPr>
                </a:tc>
                <a:tc>
                  <a:txBody>
                    <a:bodyPr/>
                    <a:lstStyle/>
                    <a:p>
                      <a:pPr algn="l"/>
                      <a:r>
                        <a:rPr sz="850" b="1" i="1">
                          <a:solidFill>
                            <a:srgbClr val="E55200"/>
                          </a:solidFill>
                          <a:latin typeface="Arial"/>
                        </a:rPr>
                        <a:t>[Already commercial product]</a:t>
                      </a:r>
                    </a:p>
                  </a:txBody>
                  <a:tcPr marL="45720" marR="27432" marT="18288" marB="18288" anchor="ctr">
                    <a:lnL w="0">
                      <a:noFill/>
                    </a:lnL>
                    <a:lnR w="0">
                      <a:noFill/>
                    </a:lnR>
                    <a:lnT w="0">
                      <a:noFill/>
                    </a:lnT>
                    <a:lnB w="9525">
                      <a:solidFill>
                        <a:srgbClr val="E4E8EB"/>
                      </a:solidFill>
                    </a:lnB>
                    <a:noFill/>
                  </a:tcPr>
                </a:tc>
                <a:tc>
                  <a:txBody>
                    <a:bodyPr/>
                    <a:lstStyle/>
                    <a:p>
                      <a:pPr algn="l"/>
                      <a:r>
                        <a:rPr sz="850" b="0" i="1">
                          <a:solidFill>
                            <a:srgbClr val="E55200"/>
                          </a:solidFill>
                          <a:latin typeface="Arial"/>
                        </a:rPr>
                        <a:t>[PIC]</a:t>
                      </a:r>
                    </a:p>
                  </a:txBody>
                  <a:tcPr marL="45720" marR="27432" marT="18288" marB="18288" anchor="ctr">
                    <a:lnL w="0">
                      <a:noFill/>
                    </a:lnL>
                    <a:lnR w="0">
                      <a:noFill/>
                    </a:lnR>
                    <a:lnT w="0">
                      <a:noFill/>
                    </a:lnT>
                    <a:lnB w="9525">
                      <a:solidFill>
                        <a:srgbClr val="E4E8EB"/>
                      </a:solidFill>
                    </a:lnB>
                    <a:noFill/>
                  </a:tcPr>
                </a:tc>
                <a:tc>
                  <a:txBody>
                    <a:bodyPr/>
                    <a:lstStyle/>
                    <a:p>
                      <a:pPr algn="l"/>
                      <a:r>
                        <a:rPr sz="850" b="1" i="0">
                          <a:solidFill>
                            <a:srgbClr val="26262A"/>
                          </a:solidFill>
                          <a:latin typeface="Arial"/>
                        </a:rPr>
                        <a:t>Commercial</a:t>
                      </a: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endParaRPr/>
                    </a:p>
                  </a:txBody>
                  <a:tcPr marL="45720" marR="27432" marT="18288" marB="18288" anchor="ctr">
                    <a:lnL w="0">
                      <a:noFill/>
                    </a:lnL>
                    <a:lnR w="0">
                      <a:noFill/>
                    </a:lnR>
                    <a:lnT w="0">
                      <a:noFill/>
                    </a:lnT>
                    <a:lnB w="9525">
                      <a:solidFill>
                        <a:srgbClr val="E4E8EB"/>
                      </a:solidFill>
                    </a:lnB>
                    <a:solidFill>
                      <a:srgbClr val="B8BEC4"/>
                    </a:solidFill>
                  </a:tcPr>
                </a:tc>
                <a:tc>
                  <a:txBody>
                    <a:bodyPr/>
                    <a:lstStyle/>
                    <a:p>
                      <a:pPr algn="l"/>
                      <a:r>
                        <a:rPr sz="850" b="0" i="1" dirty="0">
                          <a:solidFill>
                            <a:srgbClr val="E55200"/>
                          </a:solidFill>
                          <a:latin typeface="Arial"/>
                        </a:rPr>
                        <a:t>[Running]</a:t>
                      </a:r>
                    </a:p>
                  </a:txBody>
                  <a:tcPr marL="45720" marR="27432" marT="18288" marB="18288" anchor="ctr">
                    <a:lnL w="0">
                      <a:noFill/>
                    </a:lnL>
                    <a:lnR w="0">
                      <a:noFill/>
                    </a:lnR>
                    <a:lnT w="0">
                      <a:noFill/>
                    </a:lnT>
                    <a:lnB w="9525">
                      <a:solidFill>
                        <a:srgbClr val="E4E8EB"/>
                      </a:solidFill>
                    </a:lnB>
                    <a:noFill/>
                  </a:tcPr>
                </a:tc>
                <a:extLst>
                  <a:ext uri="{0D108BD9-81ED-4DB2-BD59-A6C34878D82A}">
                    <a16:rowId xmlns:a16="http://schemas.microsoft.com/office/drawing/2014/main" val="10012"/>
                  </a:ext>
                </a:extLst>
              </a:tr>
            </a:tbl>
          </a:graphicData>
        </a:graphic>
      </p:graphicFrame>
      <p:sp>
        <p:nvSpPr>
          <p:cNvPr id="6" name="TextBox 5"/>
          <p:cNvSpPr txBox="1"/>
          <p:nvPr/>
        </p:nvSpPr>
        <p:spPr>
          <a:xfrm>
            <a:off x="566928" y="5157216"/>
            <a:ext cx="51206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LEGEND</a:t>
            </a:r>
          </a:p>
        </p:txBody>
      </p:sp>
      <p:sp>
        <p:nvSpPr>
          <p:cNvPr id="7" name="Rectangle 6"/>
          <p:cNvSpPr/>
          <p:nvPr/>
        </p:nvSpPr>
        <p:spPr>
          <a:xfrm>
            <a:off x="566928" y="5376672"/>
            <a:ext cx="5120640"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p:cNvSpPr/>
          <p:nvPr/>
        </p:nvSpPr>
        <p:spPr>
          <a:xfrm>
            <a:off x="566928" y="5504688"/>
            <a:ext cx="292608" cy="164592"/>
          </a:xfrm>
          <a:prstGeom prst="rect">
            <a:avLst/>
          </a:prstGeom>
          <a:solidFill>
            <a:srgbClr val="8035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p:cNvSpPr txBox="1"/>
          <p:nvPr/>
        </p:nvSpPr>
        <p:spPr>
          <a:xfrm>
            <a:off x="932688" y="549554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NPD</a:t>
            </a:r>
          </a:p>
        </p:txBody>
      </p:sp>
      <p:sp>
        <p:nvSpPr>
          <p:cNvPr id="10" name="Rectangle 9"/>
          <p:cNvSpPr/>
          <p:nvPr/>
        </p:nvSpPr>
        <p:spPr>
          <a:xfrm>
            <a:off x="2304288" y="5504688"/>
            <a:ext cx="292608" cy="164592"/>
          </a:xfrm>
          <a:prstGeom prst="rect">
            <a:avLst/>
          </a:prstGeom>
          <a:solidFill>
            <a:srgbClr val="A35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TextBox 10"/>
          <p:cNvSpPr txBox="1"/>
          <p:nvPr/>
        </p:nvSpPr>
        <p:spPr>
          <a:xfrm>
            <a:off x="2670048" y="549554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Trial program</a:t>
            </a:r>
          </a:p>
        </p:txBody>
      </p:sp>
      <p:sp>
        <p:nvSpPr>
          <p:cNvPr id="12" name="Rectangle 11"/>
          <p:cNvSpPr/>
          <p:nvPr/>
        </p:nvSpPr>
        <p:spPr>
          <a:xfrm>
            <a:off x="4041648" y="5504688"/>
            <a:ext cx="292608" cy="164592"/>
          </a:xfrm>
          <a:prstGeom prst="rect">
            <a:avLst/>
          </a:prstGeom>
          <a:solidFill>
            <a:srgbClr val="F0A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extBox 12"/>
          <p:cNvSpPr txBox="1"/>
          <p:nvPr/>
        </p:nvSpPr>
        <p:spPr>
          <a:xfrm>
            <a:off x="4407408" y="549554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NPI</a:t>
            </a:r>
          </a:p>
        </p:txBody>
      </p:sp>
      <p:sp>
        <p:nvSpPr>
          <p:cNvPr id="14" name="Rectangle 13"/>
          <p:cNvSpPr/>
          <p:nvPr/>
        </p:nvSpPr>
        <p:spPr>
          <a:xfrm>
            <a:off x="566928" y="5779007"/>
            <a:ext cx="292608" cy="164592"/>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extBox 14"/>
          <p:cNvSpPr txBox="1"/>
          <p:nvPr/>
        </p:nvSpPr>
        <p:spPr>
          <a:xfrm>
            <a:off x="932688" y="576986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Launch / milestone ◆</a:t>
            </a:r>
          </a:p>
        </p:txBody>
      </p:sp>
      <p:sp>
        <p:nvSpPr>
          <p:cNvPr id="16" name="Rectangle 15"/>
          <p:cNvSpPr/>
          <p:nvPr/>
        </p:nvSpPr>
        <p:spPr>
          <a:xfrm>
            <a:off x="2304288" y="5779007"/>
            <a:ext cx="292608" cy="164592"/>
          </a:xfrm>
          <a:prstGeom prst="rect">
            <a:avLst/>
          </a:prstGeom>
          <a:solidFill>
            <a:srgbClr val="B8BE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TextBox 16"/>
          <p:cNvSpPr txBox="1"/>
          <p:nvPr/>
        </p:nvSpPr>
        <p:spPr>
          <a:xfrm>
            <a:off x="2670048" y="5769864"/>
            <a:ext cx="132588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Commercial</a:t>
            </a:r>
          </a:p>
        </p:txBody>
      </p:sp>
      <p:sp>
        <p:nvSpPr>
          <p:cNvPr id="18" name="Rectangle 17"/>
          <p:cNvSpPr/>
          <p:nvPr/>
        </p:nvSpPr>
        <p:spPr>
          <a:xfrm>
            <a:off x="4041648" y="5779007"/>
            <a:ext cx="292608" cy="164592"/>
          </a:xfrm>
          <a:prstGeom prst="rect">
            <a:avLst/>
          </a:prstGeom>
          <a:solidFill>
            <a:srgbClr val="E55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TextBox 18"/>
          <p:cNvSpPr txBox="1"/>
          <p:nvPr/>
        </p:nvSpPr>
        <p:spPr>
          <a:xfrm>
            <a:off x="4407408" y="5769864"/>
            <a:ext cx="1463040"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0" i="0" u="none" strike="noStrike" kern="1200" cap="none" spc="0" normalizeH="0" baseline="0" noProof="0">
                <a:ln>
                  <a:noFill/>
                </a:ln>
                <a:solidFill>
                  <a:srgbClr val="26262A"/>
                </a:solidFill>
                <a:effectLst/>
                <a:uLnTx/>
                <a:uFillTx/>
                <a:latin typeface="Arial"/>
                <a:ea typeface="+mn-ea"/>
                <a:cs typeface="+mn-cs"/>
              </a:rPr>
              <a:t>Header = current period</a:t>
            </a:r>
          </a:p>
        </p:txBody>
      </p:sp>
      <p:sp>
        <p:nvSpPr>
          <p:cNvPr id="20" name="TextBox 19"/>
          <p:cNvSpPr txBox="1"/>
          <p:nvPr/>
        </p:nvSpPr>
        <p:spPr>
          <a:xfrm>
            <a:off x="6236208" y="5157216"/>
            <a:ext cx="5385816" cy="18288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sz="850" b="1" i="0" u="none" strike="noStrike" kern="1200" cap="none" spc="0" normalizeH="0" baseline="0" noProof="0">
                <a:ln>
                  <a:noFill/>
                </a:ln>
                <a:solidFill>
                  <a:srgbClr val="80350E"/>
                </a:solidFill>
                <a:effectLst/>
                <a:uLnTx/>
                <a:uFillTx/>
                <a:latin typeface="Arial"/>
                <a:ea typeface="+mn-ea"/>
                <a:cs typeface="+mn-cs"/>
              </a:rPr>
              <a:t>HOW TO EDIT</a:t>
            </a:r>
          </a:p>
        </p:txBody>
      </p:sp>
      <p:sp>
        <p:nvSpPr>
          <p:cNvPr id="21" name="Rectangle 20"/>
          <p:cNvSpPr/>
          <p:nvPr/>
        </p:nvSpPr>
        <p:spPr>
          <a:xfrm>
            <a:off x="6236208" y="5376672"/>
            <a:ext cx="5385816" cy="9144"/>
          </a:xfrm>
          <a:prstGeom prst="rect">
            <a:avLst/>
          </a:prstGeom>
          <a:solidFill>
            <a:srgbClr val="E4E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TextBox 21"/>
          <p:cNvSpPr txBox="1"/>
          <p:nvPr/>
        </p:nvSpPr>
        <p:spPr>
          <a:xfrm>
            <a:off x="6236208" y="5486400"/>
            <a:ext cx="5385816" cy="1097280"/>
          </a:xfrm>
          <a:prstGeom prst="rect">
            <a:avLst/>
          </a:prstGeom>
          <a:noFill/>
        </p:spPr>
        <p:txBody>
          <a:bodyPr wrap="square" lIns="0" tIns="0" rIns="0" bIns="0" anchor="t">
            <a:spAutoFit/>
          </a:bodyPr>
          <a:lstStyle/>
          <a:p>
            <a:pPr marL="146304" marR="0" lvl="0" indent="-146304" algn="l" defTabSz="914400" rtl="0" eaLnBrk="1" fontAlgn="auto" latinLnBrk="0" hangingPunct="1">
              <a:lnSpc>
                <a:spcPct val="100000"/>
              </a:lnSpc>
              <a:spcBef>
                <a:spcPts val="0"/>
              </a:spcBef>
              <a:spcAft>
                <a:spcPts val="300"/>
              </a:spcAft>
              <a:buClr>
                <a:srgbClr val="E55200"/>
              </a:buClr>
              <a:buSzTx/>
              <a:buFont typeface="Arial"/>
              <a:buChar char="•"/>
              <a:tabLst/>
              <a:defRPr/>
            </a:pPr>
            <a:r>
              <a:rPr kumimoji="0" sz="850" b="0" i="0" u="none" strike="noStrike" kern="1200" cap="none" spc="0" normalizeH="0" baseline="0" noProof="0">
                <a:ln>
                  <a:noFill/>
                </a:ln>
                <a:solidFill>
                  <a:srgbClr val="26262A"/>
                </a:solidFill>
                <a:effectLst/>
                <a:uLnTx/>
                <a:uFillTx/>
                <a:latin typeface="Arial"/>
                <a:ea typeface="+mn-ea"/>
                <a:cs typeface="+mn-cs"/>
              </a:rPr>
              <a:t>Extend a bar: select the period cells → Table Design › Shading → pick the phase colour</a:t>
            </a:r>
          </a:p>
          <a:p>
            <a:pPr marL="146304" marR="0" lvl="0" indent="-146304" algn="l" defTabSz="914400" rtl="0" eaLnBrk="1" fontAlgn="auto" latinLnBrk="0" hangingPunct="1">
              <a:lnSpc>
                <a:spcPct val="100000"/>
              </a:lnSpc>
              <a:spcBef>
                <a:spcPts val="0"/>
              </a:spcBef>
              <a:spcAft>
                <a:spcPts val="300"/>
              </a:spcAft>
              <a:buClr>
                <a:srgbClr val="E55200"/>
              </a:buClr>
              <a:buSzTx/>
              <a:buFont typeface="Arial"/>
              <a:buChar char="•"/>
              <a:tabLst/>
              <a:defRPr/>
            </a:pPr>
            <a:r>
              <a:rPr kumimoji="0" sz="850" b="0" i="0" u="none" strike="noStrike" kern="1200" cap="none" spc="0" normalizeH="0" baseline="0" noProof="0">
                <a:ln>
                  <a:noFill/>
                </a:ln>
                <a:solidFill>
                  <a:srgbClr val="26262A"/>
                </a:solidFill>
                <a:effectLst/>
                <a:uLnTx/>
                <a:uFillTx/>
                <a:latin typeface="Arial"/>
                <a:ea typeface="+mn-ea"/>
                <a:cs typeface="+mn-cs"/>
              </a:rPr>
              <a:t>Add a row or period: right-click → Insert rows / columns; rename Q1… to months or weeks if needed</a:t>
            </a:r>
          </a:p>
          <a:p>
            <a:pPr marL="146304" marR="0" lvl="0" indent="-146304" algn="l" defTabSz="914400" rtl="0" eaLnBrk="1" fontAlgn="auto" latinLnBrk="0" hangingPunct="1">
              <a:lnSpc>
                <a:spcPct val="100000"/>
              </a:lnSpc>
              <a:spcBef>
                <a:spcPts val="0"/>
              </a:spcBef>
              <a:spcAft>
                <a:spcPts val="300"/>
              </a:spcAft>
              <a:buClr>
                <a:srgbClr val="E55200"/>
              </a:buClr>
              <a:buSzTx/>
              <a:buFont typeface="Arial"/>
              <a:buChar char="•"/>
              <a:tabLst/>
              <a:defRPr/>
            </a:pPr>
            <a:r>
              <a:rPr kumimoji="0" sz="850" b="0" i="0" u="none" strike="noStrike" kern="1200" cap="none" spc="0" normalizeH="0" baseline="0" noProof="0">
                <a:ln>
                  <a:noFill/>
                </a:ln>
                <a:solidFill>
                  <a:srgbClr val="26262A"/>
                </a:solidFill>
                <a:effectLst/>
                <a:uLnTx/>
                <a:uFillTx/>
                <a:latin typeface="Arial"/>
                <a:ea typeface="+mn-ea"/>
                <a:cs typeface="+mn-cs"/>
              </a:rPr>
              <a:t>Move "today": shade the current period header orange, the rest wash</a:t>
            </a:r>
          </a:p>
        </p:txBody>
      </p:sp>
      <p:sp>
        <p:nvSpPr>
          <p:cNvPr id="23" name="TextBox 22"/>
          <p:cNvSpPr txBox="1"/>
          <p:nvPr/>
        </p:nvSpPr>
        <p:spPr>
          <a:xfrm>
            <a:off x="257905" y="6616731"/>
            <a:ext cx="6858991" cy="138499"/>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0" i="0" u="none" strike="noStrike" kern="1200" cap="none" spc="0" normalizeH="0" baseline="0" noProof="0" dirty="0">
                <a:ln>
                  <a:noFill/>
                </a:ln>
                <a:solidFill>
                  <a:srgbClr val="6E7B84"/>
                </a:solidFill>
                <a:effectLst/>
                <a:uLnTx/>
                <a:uFillTx/>
                <a:latin typeface="Arial"/>
                <a:ea typeface="+mn-ea"/>
                <a:cs typeface="+mn-cs"/>
              </a:rPr>
              <a:t>Source: Internal resources</a:t>
            </a:r>
            <a:endParaRPr kumimoji="0" sz="900" b="0" i="0" u="none" strike="noStrike" kern="1200" cap="none" spc="0" normalizeH="0" baseline="0" noProof="0" dirty="0">
              <a:ln>
                <a:noFill/>
              </a:ln>
              <a:solidFill>
                <a:srgbClr val="6E7B84"/>
              </a:solidFill>
              <a:effectLst/>
              <a:uLnTx/>
              <a:uFillTx/>
              <a:latin typeface="Aria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74F57A-541E-F3B3-A8FE-C9DD2A7F0677}"/>
              </a:ext>
            </a:extLst>
          </p:cNvPr>
          <p:cNvSpPr txBox="1"/>
          <p:nvPr/>
        </p:nvSpPr>
        <p:spPr>
          <a:xfrm>
            <a:off x="896112" y="170211"/>
            <a:ext cx="9308592" cy="18466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dirty="0">
                <a:ln>
                  <a:noFill/>
                </a:ln>
                <a:solidFill>
                  <a:srgbClr val="E55200"/>
                </a:solidFill>
                <a:effectLst/>
                <a:uLnTx/>
                <a:uFillTx/>
                <a:latin typeface="Arial"/>
                <a:ea typeface="+mn-ea"/>
                <a:cs typeface="+mn-cs"/>
              </a:rPr>
              <a:t>MAJOR SLIDE TITLE </a:t>
            </a:r>
            <a:endParaRPr kumimoji="0" sz="1200" b="1" i="0" u="none" strike="noStrike" kern="1200" cap="none" spc="0" normalizeH="0" baseline="0" noProof="0" dirty="0">
              <a:ln>
                <a:noFill/>
              </a:ln>
              <a:solidFill>
                <a:srgbClr val="E55200"/>
              </a:solidFill>
              <a:effectLst/>
              <a:uLnTx/>
              <a:uFillTx/>
              <a:latin typeface="Arial"/>
              <a:ea typeface="+mn-ea"/>
              <a:cs typeface="+mn-cs"/>
            </a:endParaRPr>
          </a:p>
        </p:txBody>
      </p:sp>
      <p:sp>
        <p:nvSpPr>
          <p:cNvPr id="3" name="TextBox 2">
            <a:extLst>
              <a:ext uri="{FF2B5EF4-FFF2-40B4-BE49-F238E27FC236}">
                <a16:creationId xmlns:a16="http://schemas.microsoft.com/office/drawing/2014/main" id="{726B0E20-D22C-783D-3BA6-A89454B2080C}"/>
              </a:ext>
            </a:extLst>
          </p:cNvPr>
          <p:cNvSpPr txBox="1"/>
          <p:nvPr/>
        </p:nvSpPr>
        <p:spPr>
          <a:xfrm>
            <a:off x="896112" y="407955"/>
            <a:ext cx="9966960" cy="215444"/>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dirty="0">
                <a:ln>
                  <a:noFill/>
                </a:ln>
                <a:solidFill>
                  <a:srgbClr val="26262A"/>
                </a:solidFill>
                <a:effectLst/>
                <a:uLnTx/>
                <a:uFillTx/>
                <a:latin typeface="Arial"/>
                <a:ea typeface="+mn-ea"/>
                <a:cs typeface="+mn-cs"/>
              </a:rPr>
              <a:t>SUB TITLE</a:t>
            </a:r>
            <a:endParaRPr kumimoji="0" sz="1400" b="1" i="0" u="none" strike="noStrike" kern="1200" cap="none" spc="0" normalizeH="0" baseline="0" noProof="0" dirty="0">
              <a:ln>
                <a:noFill/>
              </a:ln>
              <a:solidFill>
                <a:srgbClr val="26262A"/>
              </a:solidFill>
              <a:effectLst/>
              <a:uLnTx/>
              <a:uFillTx/>
              <a:latin typeface="Arial"/>
              <a:ea typeface="+mn-ea"/>
              <a:cs typeface="+mn-cs"/>
            </a:endParaRPr>
          </a:p>
        </p:txBody>
      </p:sp>
      <p:sp>
        <p:nvSpPr>
          <p:cNvPr id="5" name="TextBox 4">
            <a:extLst>
              <a:ext uri="{FF2B5EF4-FFF2-40B4-BE49-F238E27FC236}">
                <a16:creationId xmlns:a16="http://schemas.microsoft.com/office/drawing/2014/main" id="{49A7C599-400F-0954-88AF-303D049F12DF}"/>
              </a:ext>
            </a:extLst>
          </p:cNvPr>
          <p:cNvSpPr txBox="1"/>
          <p:nvPr/>
        </p:nvSpPr>
        <p:spPr>
          <a:xfrm>
            <a:off x="246888" y="265509"/>
            <a:ext cx="539496"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mn-cs"/>
              </a:rPr>
              <a:t>1</a:t>
            </a:r>
            <a:endParaRPr kumimoji="0" sz="16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78946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home/claude/w2/unp/ppt/media/image6.png"/>
          <p:cNvPicPr>
            <a:picLocks noChangeAspect="1"/>
          </p:cNvPicPr>
          <p:nvPr/>
        </p:nvPicPr>
        <p:blipFill>
          <a:blip r:embed="rId3"/>
          <a:stretch>
            <a:fillRect/>
          </a:stretch>
        </p:blipFill>
        <p:spPr>
          <a:xfrm>
            <a:off x="11058754" y="147218"/>
            <a:ext cx="981151" cy="554126"/>
          </a:xfrm>
          <a:prstGeom prst="rect">
            <a:avLst/>
          </a:prstGeom>
        </p:spPr>
      </p:pic>
      <p:sp>
        <p:nvSpPr>
          <p:cNvPr id="5" name="Shape 1"/>
          <p:cNvSpPr/>
          <p:nvPr/>
        </p:nvSpPr>
        <p:spPr>
          <a:xfrm>
            <a:off x="0" y="0"/>
            <a:ext cx="3931920" cy="6858000"/>
          </a:xfrm>
          <a:prstGeom prst="rect">
            <a:avLst/>
          </a:prstGeom>
          <a:solidFill>
            <a:srgbClr val="E552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6" name="Text 2"/>
          <p:cNvSpPr txBox="1"/>
          <p:nvPr/>
        </p:nvSpPr>
        <p:spPr>
          <a:xfrm>
            <a:off x="502920" y="2331720"/>
            <a:ext cx="31089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0" cap="none" spc="100" normalizeH="0" baseline="0" noProof="0">
                <a:ln>
                  <a:noFill/>
                </a:ln>
                <a:solidFill>
                  <a:srgbClr val="FFFFFF"/>
                </a:solidFill>
                <a:effectLst/>
                <a:uLnTx/>
                <a:uFillTx/>
                <a:latin typeface="Arial" pitchFamily="34" charset="0"/>
                <a:ea typeface="Arial" pitchFamily="34" charset="-122"/>
                <a:cs typeface="Arial" pitchFamily="34" charset="-120"/>
              </a:rPr>
              <a:t>APPENDIX</a:t>
            </a:r>
            <a:endParaRPr kumimoji="0" lang="en-US" sz="3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ext 3"/>
          <p:cNvSpPr txBox="1"/>
          <p:nvPr/>
        </p:nvSpPr>
        <p:spPr>
          <a:xfrm>
            <a:off x="502920" y="2926080"/>
            <a:ext cx="3017520" cy="457200"/>
          </a:xfrm>
          <a:prstGeom prst="rect">
            <a:avLst/>
          </a:prstGeom>
          <a:noFill/>
          <a:ln/>
        </p:spPr>
        <p:txBody>
          <a:bodyPr wrap="square" lIns="0" tIns="0" rIns="0" bIns="0" rtlCol="0" anchor="t"/>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DF1E9"/>
                </a:solidFill>
                <a:effectLst/>
                <a:uLnTx/>
                <a:uFillTx/>
                <a:latin typeface="Arial" pitchFamily="34" charset="0"/>
                <a:ea typeface="Arial" pitchFamily="34" charset="-122"/>
                <a:cs typeface="Arial" pitchFamily="34" charset="-120"/>
              </a:rPr>
              <a:t>Supporting detail behind the main deck</a:t>
            </a:r>
            <a:endParaRPr kumimoji="0" lang="en-US" sz="10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8" name="Text 4"/>
          <p:cNvSpPr txBox="1"/>
          <p:nvPr/>
        </p:nvSpPr>
        <p:spPr>
          <a:xfrm>
            <a:off x="4480560" y="868680"/>
            <a:ext cx="54864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80" normalizeH="0" baseline="0" noProof="0">
                <a:ln>
                  <a:noFill/>
                </a:ln>
                <a:solidFill>
                  <a:srgbClr val="80350E"/>
                </a:solidFill>
                <a:effectLst/>
                <a:uLnTx/>
                <a:uFillTx/>
                <a:latin typeface="Arial" pitchFamily="34" charset="0"/>
                <a:ea typeface="Arial" pitchFamily="34" charset="-122"/>
                <a:cs typeface="Arial" pitchFamily="34" charset="-120"/>
              </a:rPr>
              <a:t>LIST OF APPENDICES</a:t>
            </a:r>
            <a:endParaRPr kumimoji="0" lang="en-US" sz="9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 name="Shape 5"/>
          <p:cNvSpPr/>
          <p:nvPr/>
        </p:nvSpPr>
        <p:spPr>
          <a:xfrm>
            <a:off x="4480560" y="1115568"/>
            <a:ext cx="7150608" cy="7315"/>
          </a:xfrm>
          <a:prstGeom prst="rect">
            <a:avLst/>
          </a:prstGeom>
          <a:solidFill>
            <a:srgbClr val="E4E8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0" name="Text 6"/>
          <p:cNvSpPr txBox="1"/>
          <p:nvPr/>
        </p:nvSpPr>
        <p:spPr>
          <a:xfrm>
            <a:off x="4480560" y="1316736"/>
            <a:ext cx="5486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A1</a:t>
            </a:r>
            <a:endParaRPr kumimoji="0" lang="en-US"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1" name="Text 7"/>
          <p:cNvSpPr txBox="1"/>
          <p:nvPr/>
        </p:nvSpPr>
        <p:spPr>
          <a:xfrm>
            <a:off x="5074920" y="1316736"/>
            <a:ext cx="65379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A1A1A"/>
                </a:solidFill>
                <a:effectLst/>
                <a:uLnTx/>
                <a:uFillTx/>
                <a:latin typeface="Arial" pitchFamily="34" charset="0"/>
                <a:ea typeface="Arial" pitchFamily="34" charset="-122"/>
                <a:cs typeface="Arial" pitchFamily="34" charset="-120"/>
              </a:rPr>
              <a:t>Basis of preparation and data register</a:t>
            </a:r>
            <a:endParaRPr kumimoji="0" lang="en-US" sz="10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2" name="Text 8"/>
          <p:cNvSpPr txBox="1"/>
          <p:nvPr/>
        </p:nvSpPr>
        <p:spPr>
          <a:xfrm>
            <a:off x="5074920" y="1554480"/>
            <a:ext cx="6537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6E7B84"/>
                </a:solidFill>
                <a:effectLst/>
                <a:uLnTx/>
                <a:uFillTx/>
                <a:latin typeface="Arial" pitchFamily="34" charset="0"/>
                <a:ea typeface="Arial" pitchFamily="34" charset="-122"/>
                <a:cs typeface="Arial" pitchFamily="34" charset="-120"/>
              </a:rPr>
              <a:t>What is verified and what is still a placeholder</a:t>
            </a:r>
            <a:endParaRPr kumimoji="0" lang="en-US" sz="8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3" name="Shape 9"/>
          <p:cNvSpPr/>
          <p:nvPr/>
        </p:nvSpPr>
        <p:spPr>
          <a:xfrm>
            <a:off x="4480560" y="1828800"/>
            <a:ext cx="7150608" cy="7315"/>
          </a:xfrm>
          <a:prstGeom prst="rect">
            <a:avLst/>
          </a:prstGeom>
          <a:solidFill>
            <a:srgbClr val="E4E8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Text 10"/>
          <p:cNvSpPr txBox="1"/>
          <p:nvPr/>
        </p:nvSpPr>
        <p:spPr>
          <a:xfrm>
            <a:off x="4480560" y="1975104"/>
            <a:ext cx="5486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A2</a:t>
            </a:r>
            <a:endParaRPr kumimoji="0" lang="en-US"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Text 11"/>
          <p:cNvSpPr txBox="1"/>
          <p:nvPr/>
        </p:nvSpPr>
        <p:spPr>
          <a:xfrm>
            <a:off x="5074920" y="1975104"/>
            <a:ext cx="65379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A1A1A"/>
                </a:solidFill>
                <a:effectLst/>
                <a:uLnTx/>
                <a:uFillTx/>
                <a:latin typeface="Arial" pitchFamily="34" charset="0"/>
                <a:ea typeface="Arial" pitchFamily="34" charset="-122"/>
                <a:cs typeface="Arial" pitchFamily="34" charset="-120"/>
              </a:rPr>
              <a:t>Product detail — ULTRA Axle &amp; Suspension 20T</a:t>
            </a:r>
            <a:endParaRPr kumimoji="0" lang="en-US" sz="10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Text 12"/>
          <p:cNvSpPr txBox="1"/>
          <p:nvPr/>
        </p:nvSpPr>
        <p:spPr>
          <a:xfrm>
            <a:off x="5074920" y="2212848"/>
            <a:ext cx="6537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6E7B84"/>
                </a:solidFill>
                <a:effectLst/>
                <a:uLnTx/>
                <a:uFillTx/>
                <a:latin typeface="Arial" pitchFamily="34" charset="0"/>
                <a:ea typeface="Arial" pitchFamily="34" charset="-122"/>
                <a:cs typeface="Arial" pitchFamily="34" charset="-120"/>
              </a:rPr>
              <a:t>Application, positioning, competitors, customers</a:t>
            </a:r>
            <a:endParaRPr kumimoji="0" lang="en-US" sz="8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Shape 13"/>
          <p:cNvSpPr/>
          <p:nvPr/>
        </p:nvSpPr>
        <p:spPr>
          <a:xfrm>
            <a:off x="4480560" y="2487168"/>
            <a:ext cx="7150608" cy="7315"/>
          </a:xfrm>
          <a:prstGeom prst="rect">
            <a:avLst/>
          </a:prstGeom>
          <a:solidFill>
            <a:srgbClr val="E4E8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8" name="Text 14"/>
          <p:cNvSpPr txBox="1"/>
          <p:nvPr/>
        </p:nvSpPr>
        <p:spPr>
          <a:xfrm>
            <a:off x="4480560" y="2633472"/>
            <a:ext cx="5486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E55200"/>
                </a:solidFill>
                <a:effectLst/>
                <a:uLnTx/>
                <a:uFillTx/>
                <a:latin typeface="Arial" pitchFamily="34" charset="0"/>
                <a:ea typeface="Arial" pitchFamily="34" charset="-122"/>
                <a:cs typeface="Arial" pitchFamily="34" charset="-120"/>
              </a:rPr>
              <a:t>A3</a:t>
            </a:r>
            <a:endParaRPr kumimoji="0" lang="en-US"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9" name="Text 15"/>
          <p:cNvSpPr txBox="1"/>
          <p:nvPr/>
        </p:nvSpPr>
        <p:spPr>
          <a:xfrm>
            <a:off x="5074920" y="2633472"/>
            <a:ext cx="65379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A1A1A"/>
                </a:solidFill>
                <a:effectLst/>
                <a:uLnTx/>
                <a:uFillTx/>
                <a:latin typeface="Arial" pitchFamily="34" charset="0"/>
                <a:ea typeface="Arial" pitchFamily="34" charset="-122"/>
                <a:cs typeface="Arial" pitchFamily="34" charset="-120"/>
              </a:rPr>
              <a:t>Product detail — ULTRA Cranking Lithium Battery</a:t>
            </a:r>
            <a:endParaRPr kumimoji="0" lang="en-US" sz="10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0" name="Text 16"/>
          <p:cNvSpPr txBox="1"/>
          <p:nvPr/>
        </p:nvSpPr>
        <p:spPr>
          <a:xfrm>
            <a:off x="5074920" y="2871216"/>
            <a:ext cx="65379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6E7B84"/>
                </a:solidFill>
                <a:effectLst/>
                <a:uLnTx/>
                <a:uFillTx/>
                <a:latin typeface="Arial" pitchFamily="34" charset="0"/>
                <a:ea typeface="Arial" pitchFamily="34" charset="-122"/>
                <a:cs typeface="Arial" pitchFamily="34" charset="-120"/>
              </a:rPr>
              <a:t>HD785 variants, partner, pricing basis, N120 next scope</a:t>
            </a:r>
            <a:endParaRPr kumimoji="0" lang="en-US" sz="85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1" name="Shape 17"/>
          <p:cNvSpPr/>
          <p:nvPr/>
        </p:nvSpPr>
        <p:spPr>
          <a:xfrm>
            <a:off x="4480560" y="3145536"/>
            <a:ext cx="7150608" cy="7315"/>
          </a:xfrm>
          <a:prstGeom prst="rect">
            <a:avLst/>
          </a:prstGeom>
          <a:solidFill>
            <a:srgbClr val="E4E8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8" name="Text 34"/>
          <p:cNvSpPr txBox="1"/>
          <p:nvPr/>
        </p:nvSpPr>
        <p:spPr>
          <a:xfrm>
            <a:off x="4141273" y="5826557"/>
            <a:ext cx="10323576" cy="274320"/>
          </a:xfrm>
          <a:prstGeom prst="rect">
            <a:avLst/>
          </a:prstGeom>
          <a:noFill/>
          <a:ln/>
        </p:spPr>
        <p:txBody>
          <a:bodyPr wrap="square" lIns="0" tIns="0" rIns="0" bIns="0"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6E7B84"/>
                </a:solidFill>
                <a:effectLst/>
                <a:uLnTx/>
                <a:uFillTx/>
                <a:latin typeface="Arial" pitchFamily="34" charset="0"/>
                <a:ea typeface="Arial" pitchFamily="34" charset="-122"/>
                <a:cs typeface="Arial" pitchFamily="34" charset="-120"/>
              </a:rPr>
              <a:t>Appendix figures carry the same basis of preparation as the main deck (A1).</a:t>
            </a:r>
            <a:endParaRPr kumimoji="0" lang="en-US" sz="85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9" name="Text 35"/>
          <p:cNvSpPr txBox="1"/>
          <p:nvPr/>
        </p:nvSpPr>
        <p:spPr>
          <a:xfrm>
            <a:off x="10984687" y="6382512"/>
            <a:ext cx="640080" cy="182880"/>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7325-9A03-8EA6-C5C7-221F4D1752C4}"/>
            </a:ext>
          </a:extLst>
        </p:cNvPr>
        <p:cNvGrpSpPr/>
        <p:nvPr/>
      </p:nvGrpSpPr>
      <p:grpSpPr>
        <a:xfrm>
          <a:off x="0" y="0"/>
          <a:ext cx="0" cy="0"/>
          <a:chOff x="0" y="0"/>
          <a:chExt cx="0" cy="0"/>
        </a:xfrm>
      </p:grpSpPr>
    </p:spTree>
    <p:extLst>
      <p:ext uri="{BB962C8B-B14F-4D97-AF65-F5344CB8AC3E}">
        <p14:creationId xmlns:p14="http://schemas.microsoft.com/office/powerpoint/2010/main" val="17803385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713</Words>
  <Application>Microsoft Office PowerPoint</Application>
  <PresentationFormat>Widescreen</PresentationFormat>
  <Paragraphs>186</Paragraphs>
  <Slides>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Work Sans</vt:lpstr>
      <vt:lpstr>Work Sans Medium</vt:lpstr>
      <vt:lpstr>1_Office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Yusa Wijaya</dc:creator>
  <cp:lastModifiedBy>TIBERIAS KRISGAHARU SIMU - TRIATRA</cp:lastModifiedBy>
  <cp:revision>5</cp:revision>
  <dcterms:created xsi:type="dcterms:W3CDTF">2026-10-07T02:33:24Z</dcterms:created>
  <dcterms:modified xsi:type="dcterms:W3CDTF">2026-10-13T01:53:57Z</dcterms:modified>
</cp:coreProperties>
</file>