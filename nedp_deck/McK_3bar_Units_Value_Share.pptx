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177 units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40,1 B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28% → 12%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177</c:v>
                </c:pt>
                <c:pt idx="1">
                  <c:v>40.118</c:v>
                </c:pt>
                <c:pt idx="2">
                  <c:v>40.118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200 units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77,2 B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31%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200</c:v>
                </c:pt>
                <c:pt idx="1">
                  <c:v>77.241</c:v>
                </c:pt>
                <c:pt idx="2">
                  <c:v>77.241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196 units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31%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118,3 B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31% → 36%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196</c:v>
                </c:pt>
                <c:pt idx="1">
                  <c:v>118.328</c:v>
                </c:pt>
                <c:pt idx="2">
                  <c:v>118.328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65 units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91,2 B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10% → 28%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65</c:v>
                </c:pt>
                <c:pt idx="1">
                  <c:v>91.154</c:v>
                </c:pt>
                <c:pt idx="2">
                  <c:v>91.154</c:v>
                </c:pt>
              </c:numCache>
            </c:numRef>
          </c:val>
        </c:ser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2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Neue Haas Grotesk Text Pro"/>
              </a:rPr>
              <a:t>Heavy is 10% of units but 28% of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Neue Haas Grotesk Text Pro"/>
              </a:rPr>
              <a:t>Crane sales by class (100% = 638 units = Rp 326,8 B)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9525000" cy="51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Neue Haas Grotesk Text Pro"/>
              </a:rPr>
              <a:t>Source: NEDP deck sales data; value in IDR (B = billion). Share = % of total units / % of total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