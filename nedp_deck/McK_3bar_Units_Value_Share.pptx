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>
                        <a:solidFill>
                          <a:srgbClr val="000000"/>
                        </a:solidFill>
                      </a:rPr>
                      <a:t>177 units</a:t>
                    </a:r>
                  </a:p>
                  <a:p>
                    <a:r>
                      <a:rPr>
                        <a:solidFill>
                          <a:srgbClr val="000000"/>
                        </a:solidFill>
                      </a:rPr>
                      <a:t>28%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>
                        <a:solidFill>
                          <a:srgbClr val="000000"/>
                        </a:solidFill>
                      </a:rPr>
                      <a:t>Rp 40,1 B</a:t>
                    </a:r>
                  </a:p>
                  <a:p>
                    <a:r>
                      <a:rPr>
                        <a:solidFill>
                          <a:srgbClr val="000000"/>
                        </a:solidFill>
                      </a:rPr>
                      <a:t>12%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>
                        <a:solidFill>
                          <a:srgbClr val="000000"/>
                        </a:solidFill>
                      </a:rPr>
                      <a:t>28% → 12%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177</c:v>
                </c:pt>
                <c:pt idx="1">
                  <c:v>40.118</c:v>
                </c:pt>
                <c:pt idx="2">
                  <c:v>40.118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>
                        <a:solidFill>
                          <a:srgbClr val="000000"/>
                        </a:solidFill>
                      </a:rPr>
                      <a:t>200 units</a:t>
                    </a:r>
                  </a:p>
                  <a:p>
                    <a:r>
                      <a:rPr>
                        <a:solidFill>
                          <a:srgbClr val="000000"/>
                        </a:solidFill>
                      </a:rPr>
                      <a:t>31%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>
                        <a:solidFill>
                          <a:srgbClr val="000000"/>
                        </a:solidFill>
                      </a:rPr>
                      <a:t>Rp 77,2 B</a:t>
                    </a:r>
                  </a:p>
                  <a:p>
                    <a:r>
                      <a:rPr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>
                        <a:solidFill>
                          <a:srgbClr val="000000"/>
                        </a:solidFill>
                      </a:rPr>
                      <a:t>31%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200</c:v>
                </c:pt>
                <c:pt idx="1">
                  <c:v>77.241</c:v>
                </c:pt>
                <c:pt idx="2">
                  <c:v>77.241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>
                        <a:solidFill>
                          <a:srgbClr val="FFFFFF"/>
                        </a:solidFill>
                      </a:rPr>
                      <a:t>196 units</a:t>
                    </a:r>
                  </a:p>
                  <a:p>
                    <a:r>
                      <a:rPr>
                        <a:solidFill>
                          <a:srgbClr val="FFFFFF"/>
                        </a:solidFill>
                      </a:rPr>
                      <a:t>31%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>
                        <a:solidFill>
                          <a:srgbClr val="FFFFFF"/>
                        </a:solidFill>
                      </a:rPr>
                      <a:t>Rp 118,3 B</a:t>
                    </a:r>
                  </a:p>
                  <a:p>
                    <a:r>
                      <a:rPr>
                        <a:solidFill>
                          <a:srgbClr val="FFFFFF"/>
                        </a:solidFill>
                      </a:rPr>
                      <a:t>36%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>
                        <a:solidFill>
                          <a:srgbClr val="FFFFFF"/>
                        </a:solidFill>
                      </a:rPr>
                      <a:t>31% → 36%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196</c:v>
                </c:pt>
                <c:pt idx="1">
                  <c:v>118.328</c:v>
                </c:pt>
                <c:pt idx="2">
                  <c:v>118.328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>
                        <a:solidFill>
                          <a:srgbClr val="FFFFFF"/>
                        </a:solidFill>
                      </a:rPr>
                      <a:t>65 units</a:t>
                    </a:r>
                  </a:p>
                  <a:p>
                    <a:r>
                      <a:rPr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>
                        <a:solidFill>
                          <a:srgbClr val="FFFFFF"/>
                        </a:solidFill>
                      </a:rPr>
                      <a:t>Rp 91,2 B</a:t>
                    </a:r>
                  </a:p>
                  <a:p>
                    <a:r>
                      <a:rPr>
                        <a:solidFill>
                          <a:srgbClr val="FFFFFF"/>
                        </a:solidFill>
                      </a:rPr>
                      <a:t>28%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>
                        <a:solidFill>
                          <a:srgbClr val="FFFFFF"/>
                        </a:solidFill>
                      </a:rPr>
                      <a:t>10% → 28%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65</c:v>
                </c:pt>
                <c:pt idx="1">
                  <c:v>91.154</c:v>
                </c:pt>
                <c:pt idx="2">
                  <c:v>91.154</c:v>
                </c:pt>
              </c:numCache>
            </c:numRef>
          </c:val>
        </c:ser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200">
              <a:latin typeface="Neue Haas Grotesk Text Pr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323850"/>
            <a:ext cx="11506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Neue Haas Grotesk Text Pro"/>
              </a:rPr>
              <a:t>Heavy is 10% of units but 28% of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876300"/>
            <a:ext cx="1150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Neue Haas Grotesk Text Pro"/>
              </a:rPr>
              <a:t>Crane sales by class (100% = 638 units = Rp 326,8 B)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42900" y="1238250"/>
          <a:ext cx="9525000" cy="5143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2900" y="6438900"/>
            <a:ext cx="11506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Neue Haas Grotesk Text Pro"/>
              </a:rPr>
              <a:t>Source: NEDP deck sales data; value in IDR (B = billion). Share = % of total units / % of total value.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