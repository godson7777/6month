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248 units</a:t>
                    </a:r>
                  </a:p>
                  <a:p>
                    <a:r>
                      <a:rPr b="1">
                        <a:solidFill>
                          <a:srgbClr val="000000"/>
                        </a:solidFill>
                      </a:rPr>
                      <a:t>32%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$3,02 M</a:t>
                    </a:r>
                  </a:p>
                  <a:p>
                    <a:r>
                      <a:rPr b="1">
                        <a:solidFill>
                          <a:srgbClr val="000000"/>
                        </a:solidFill>
                      </a:rPr>
                      <a:t>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32% → 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300" b="1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(USD)</c:v>
                </c:pt>
                <c:pt idx="2">
                  <c:v>Share (units → value)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248</c:v>
                </c:pt>
                <c:pt idx="1">
                  <c:v>3.019087</c:v>
                </c:pt>
                <c:pt idx="2">
                  <c:v>3.019087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223 units</a:t>
                    </a:r>
                  </a:p>
                  <a:p>
                    <a:r>
                      <a:rPr b="1">
                        <a:solidFill>
                          <a:srgbClr val="000000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$5,04 M</a:t>
                    </a:r>
                  </a:p>
                  <a:p>
                    <a:r>
                      <a:rPr b="1">
                        <a:solidFill>
                          <a:srgbClr val="000000"/>
                        </a:solidFill>
                      </a:rPr>
                      <a:t>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29% → 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300" b="1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(USD)</c:v>
                </c:pt>
                <c:pt idx="2">
                  <c:v>Share (units → value)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223</c:v>
                </c:pt>
                <c:pt idx="1">
                  <c:v>5.037297</c:v>
                </c:pt>
                <c:pt idx="2">
                  <c:v>5.037297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218 units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$7,30 M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29% → 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300" b="1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(USD)</c:v>
                </c:pt>
                <c:pt idx="2">
                  <c:v>Share (units → value)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218</c:v>
                </c:pt>
                <c:pt idx="1">
                  <c:v>7.304431</c:v>
                </c:pt>
                <c:pt idx="2">
                  <c:v>7.304431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75 units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$5,71 M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10% → 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300" b="1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(USD)</c:v>
                </c:pt>
                <c:pt idx="2">
                  <c:v>Share (units → value)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75</c:v>
                </c:pt>
                <c:pt idx="1">
                  <c:v>5.712582</c:v>
                </c:pt>
                <c:pt idx="2">
                  <c:v>5.712582</c:v>
                </c:pt>
              </c:numCache>
            </c:numRef>
          </c:val>
        </c:ser>
        <c:gapWidth val="60"/>
        <c:overlap val="100"/>
        <c:serLines>
          <c:spPr>
            <a:ln w="9525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 b="1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200">
              <a:latin typeface="Neue Haas Grotesk Text Pr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323850"/>
            <a:ext cx="11506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Neue Haas Grotesk Text Pro"/>
              </a:rPr>
              <a:t>Heavy is 10% of units but 27% of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" y="876300"/>
            <a:ext cx="1150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Neue Haas Grotesk Text Pro"/>
              </a:rPr>
              <a:t>Crane imports by class, 2023 – 2026* (100% = 764 units = $21,07 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" y="1238250"/>
          <a:ext cx="9525000" cy="5143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2900" y="6438900"/>
            <a:ext cx="11506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Neue Haas Grotesk Text Pro"/>
              </a:rPr>
              <a:t>*2026 = partial year (to Aug). Source: Indonesia import records, knuckle boom cranes; value in USD (M = million). Share = % of total units / % of total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