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48,3 Bio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48.305392</c:v>
                </c:pt>
                <c:pt idx="2">
                  <c:v>48.305392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Rp 80,6 Bio</a:t>
                    </a:r>
                  </a:p>
                  <a:p>
                    <a:r>
                      <a:rPr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80.596752</c:v>
                </c:pt>
                <c:pt idx="2">
                  <c:v>80.596752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116,9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116.870896</c:v>
                </c:pt>
                <c:pt idx="2">
                  <c:v>116.870896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Rp 91,4 Bio</a:t>
                    </a:r>
                  </a:p>
                  <a:p>
                    <a:r>
                      <a:rPr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1300" b="1"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91.401312</c:v>
                </c:pt>
                <c:pt idx="2">
                  <c:v>91.401312</c:v>
                </c:pt>
              </c:numCache>
            </c:numRef>
          </c:val>
        </c:ser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200">
              <a:latin typeface="Neue Haas Grotesk Text Pr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323850"/>
            <a:ext cx="11506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0000"/>
                </a:solidFill>
                <a:latin typeface="Neue Haas Grotesk Text Pro"/>
              </a:rPr>
              <a:t>Heavy is 10% of units but 27% of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" y="876300"/>
            <a:ext cx="1150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6B6B"/>
                </a:solidFill>
                <a:latin typeface="Neue Haas Grotesk Text Pro"/>
              </a:rPr>
              <a:t>Crane imports by class, 2023 – 2026* (100% = 764 units = Rp 337,2 Bio)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42900" y="1238250"/>
          <a:ext cx="9525000" cy="51435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42900" y="6438900"/>
            <a:ext cx="115062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6B6B"/>
                </a:solidFill>
                <a:latin typeface="Neue Haas Grotesk Text Pro"/>
              </a:rPr>
              <a:t>*2026 = partial year (to Aug). Source: Indonesia import records, knuckle boom cranes; value converted from USD at assumed Rp 16.000/USD (Bio = billion). Share = % of total units / % of total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